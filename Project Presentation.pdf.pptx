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Canva Sans Bold" charset="1" panose="020B0803030501040103"/>
      <p:regular r:id="rId44"/>
    </p:embeddedFont>
    <p:embeddedFont>
      <p:font typeface="Poppins Bold" charset="1" panose="00000800000000000000"/>
      <p:regular r:id="rId45"/>
    </p:embeddedFont>
    <p:embeddedFont>
      <p:font typeface="Poppins Bold Italics" charset="1" panose="00000800000000000000"/>
      <p:regular r:id="rId46"/>
    </p:embeddedFont>
    <p:embeddedFont>
      <p:font typeface="Noto Sans Thai Bold" charset="1" panose="020B0802040504020204"/>
      <p:regular r:id="rId47"/>
    </p:embeddedFont>
    <p:embeddedFont>
      <p:font typeface="Noto Sans Thai" charset="1" panose="020B0502040504020204"/>
      <p:regular r:id="rId48"/>
    </p:embeddedFont>
    <p:embeddedFont>
      <p:font typeface="Poppins" charset="1" panose="00000500000000000000"/>
      <p:regular r:id="rId49"/>
    </p:embeddedFont>
    <p:embeddedFont>
      <p:font typeface="Chonburi" charset="1" panose="000005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jpe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jpe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3_otxYkU/eR-OnpwfIBuo04UBpWtbGQ/edit" TargetMode="External" Type="http://schemas.openxmlformats.org/officeDocument/2006/relationships/hyperlink"/><Relationship Id="rId11" Target="https://www.canva.com/design/DAG3_otxYkU/eR-OnpwfIBuo04UBpWtbGQ/edit" TargetMode="External" Type="http://schemas.openxmlformats.org/officeDocument/2006/relationships/hyperlink"/><Relationship Id="rId12" Target="https://www.canva.com/design/DAG3_otxYkU/eR-OnpwfIBuo04UBpWtbGQ/edit" TargetMode="External" Type="http://schemas.openxmlformats.org/officeDocument/2006/relationships/hyperlink"/><Relationship Id="rId13" Target="https://www.canva.com/design/DAG3_otxYkU/eR-OnpwfIBuo04UBpWtbGQ/edit" TargetMode="External" Type="http://schemas.openxmlformats.org/officeDocument/2006/relationships/hyperlink"/><Relationship Id="rId14" Target="https://www.canva.com/design/DAG3_mgIMvY/NM7IpvO43GXgHlBVmudXqg/edit" TargetMode="External" Type="http://schemas.openxmlformats.org/officeDocument/2006/relationships/hyperlink"/><Relationship Id="rId15" Target="https://www.canva.com/design/DAG3_zhtKzE/-OxW249GhbN4JdEFPKVyjg/edit" TargetMode="External" Type="http://schemas.openxmlformats.org/officeDocument/2006/relationships/hyperlink"/><Relationship Id="rId16" Target="https://www.canva.com/design/DAG3_58IyH4/E7phtyEDUYwBe0wf7kJq_Q/edit" TargetMode="External" Type="http://schemas.openxmlformats.org/officeDocument/2006/relationships/hyperlink"/><Relationship Id="rId17" Target="https://www.canva.com/design/DAG4TZQrpIc/biiu3mWiVjVSnX7unVjmRw/edit" TargetMode="External" Type="http://schemas.openxmlformats.org/officeDocument/2006/relationships/hyperlink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3_mgIMvY/NM7IpvO43GXgHlBVmudXqg/edit" TargetMode="External" Type="http://schemas.openxmlformats.org/officeDocument/2006/relationships/hyperlink"/><Relationship Id="rId11" Target="https://www.canva.com/design/DAG3_mgIMvY/NM7IpvO43GXgHlBVmudXqg/edit" TargetMode="External" Type="http://schemas.openxmlformats.org/officeDocument/2006/relationships/hyperlink"/><Relationship Id="rId12" Target="https://www.canva.com/design/DAG3_mgIMvY/NM7IpvO43GXgHlBVmudXqg/edit" TargetMode="External" Type="http://schemas.openxmlformats.org/officeDocument/2006/relationships/hyperlink"/><Relationship Id="rId13" Target="https://www.canva.com/design/DAG3_mgIMvY/NM7IpvO43GXgHlBVmudXqg/edit" TargetMode="External" Type="http://schemas.openxmlformats.org/officeDocument/2006/relationships/hyperlink"/><Relationship Id="rId14" Target="https://www.canva.com/design/DAG3_5m9JrE/wynAJ1-pY_97dO5FSHOsxQ/edit" TargetMode="External" Type="http://schemas.openxmlformats.org/officeDocument/2006/relationships/hyperlink"/><Relationship Id="rId15" Target="https://www.canva.com/design/DAG3_5m9JrE/wynAJ1-pY_97dO5FSHOsxQ/edit" TargetMode="External" Type="http://schemas.openxmlformats.org/officeDocument/2006/relationships/hyperlink"/><Relationship Id="rId16" Target="https://www.canva.com/design/DAG3_5m9JrE/wynAJ1-pY_97dO5FSHOsxQ/edit" TargetMode="External" Type="http://schemas.openxmlformats.org/officeDocument/2006/relationships/hyperlink"/><Relationship Id="rId17" Target="https://www.canva.com/design/DAG3_5m9JrE/wynAJ1-pY_97dO5FSHOsxQ/edit" TargetMode="External" Type="http://schemas.openxmlformats.org/officeDocument/2006/relationships/hyperlink"/><Relationship Id="rId18" Target="https://www.canva.com/design/DAG3_5m9JrE/wynAJ1-pY_97dO5FSHOsxQ/edit" TargetMode="External" Type="http://schemas.openxmlformats.org/officeDocument/2006/relationships/hyperlink"/><Relationship Id="rId19" Target="https://www.canva.com/design/DAG3_z316ug/XDjO-YAkPSNzFPQXsDmYDA/edit" TargetMode="External" Type="http://schemas.openxmlformats.org/officeDocument/2006/relationships/hyperlink"/><Relationship Id="rId2" Target="../media/image66.png" Type="http://schemas.openxmlformats.org/officeDocument/2006/relationships/image"/><Relationship Id="rId20" Target="https://www.canva.com/design/DAG3_z316ug/XDjO-YAkPSNzFPQXsDmYDA/edit" TargetMode="External" Type="http://schemas.openxmlformats.org/officeDocument/2006/relationships/hyperlink"/><Relationship Id="rId21" Target="https://www.canva.com/design/DAG3_z316ug/XDjO-YAkPSNzFPQXsDmYDA/edit" TargetMode="External" Type="http://schemas.openxmlformats.org/officeDocument/2006/relationships/hyperlink"/><Relationship Id="rId22" Target="https://www.canva.com/design/DAG3_z316ug/XDjO-YAkPSNzFPQXsDmYDA/edit" TargetMode="External" Type="http://schemas.openxmlformats.org/officeDocument/2006/relationships/hyperlink"/><Relationship Id="rId23" Target="https://www.canva.com/design/DAG3_z316ug/XDjO-YAkPSNzFPQXsDmYDA/edit" TargetMode="External" Type="http://schemas.openxmlformats.org/officeDocument/2006/relationships/hyperlink"/><Relationship Id="rId24" Target="https://www.canva.com/design/DAG3_5m9JrE/wynAJ1-pY_97dO5FSHOsxQ/edit" TargetMode="External" Type="http://schemas.openxmlformats.org/officeDocument/2006/relationships/hyperlink"/><Relationship Id="rId25" Target="https://www.canva.com/design/DAG3_5m9JrE/wynAJ1-pY_97dO5FSHOsxQ/edit" TargetMode="External" Type="http://schemas.openxmlformats.org/officeDocument/2006/relationships/hyperlink"/><Relationship Id="rId3" Target="../media/image67.svg" Type="http://schemas.openxmlformats.org/officeDocument/2006/relationships/image"/><Relationship Id="rId4" Target="https://www.canva.com/design/DAG3_otxYkU/eR-OnpwfIBuo04UBpWtbGQ/edit" TargetMode="External" Type="http://schemas.openxmlformats.org/officeDocument/2006/relationships/hyperlink"/><Relationship Id="rId5" Target="https://www.canva.com/design/DAG3_otxYkU/eR-OnpwfIBuo04UBpWtbGQ/edit" TargetMode="External" Type="http://schemas.openxmlformats.org/officeDocument/2006/relationships/hyperlink"/><Relationship Id="rId6" Target="https://www.canva.com/design/DAG3_otxYkU/eR-OnpwfIBuo04UBpWtbGQ/edit" TargetMode="External" Type="http://schemas.openxmlformats.org/officeDocument/2006/relationships/hyperlink"/><Relationship Id="rId7" Target="https://www.canva.com/design/DAG3_otxYkU/eR-OnpwfIBuo04UBpWtbGQ/edit" TargetMode="External" Type="http://schemas.openxmlformats.org/officeDocument/2006/relationships/hyperlink"/><Relationship Id="rId8" Target="https://www.canva.com/design/DAG3_mgIMvY/NM7IpvO43GXgHlBVmudXqg/edit" TargetMode="External" Type="http://schemas.openxmlformats.org/officeDocument/2006/relationships/hyperlink"/><Relationship Id="rId9" Target="https://www.canva.com/design/DAG3_mgIMvY/NM7IpvO43GXgHlBVmudXqg/edit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3_86KAhI/CDIbT5M2KdknpkD9BFlppQ/edit" TargetMode="External" Type="http://schemas.openxmlformats.org/officeDocument/2006/relationships/hyperlink"/><Relationship Id="rId11" Target="https://www.canva.com/design/DAG3_86KAhI/CDIbT5M2KdknpkD9BFlppQ/edit" TargetMode="External" Type="http://schemas.openxmlformats.org/officeDocument/2006/relationships/hyperlink"/><Relationship Id="rId12" Target="https://www.canva.com/design/DAG3_86KAhI/CDIbT5M2KdknpkD9BFlppQ/edit" TargetMode="External" Type="http://schemas.openxmlformats.org/officeDocument/2006/relationships/hyperlink"/><Relationship Id="rId13" Target="https://www.canva.com/design/DAG3_86KAhI/CDIbT5M2KdknpkD9BFlppQ/edit" TargetMode="External" Type="http://schemas.openxmlformats.org/officeDocument/2006/relationships/hyperlink"/><Relationship Id="rId14" Target="https://www.canva.com/design/DAG3_86KAhI/CDIbT5M2KdknpkD9BFlppQ/edit" TargetMode="External" Type="http://schemas.openxmlformats.org/officeDocument/2006/relationships/hyperlink"/><Relationship Id="rId15" Target="https://www.canva.com/design/DAG3_86KAhI/CDIbT5M2KdknpkD9BFlppQ/edit" TargetMode="External" Type="http://schemas.openxmlformats.org/officeDocument/2006/relationships/hyperlink"/><Relationship Id="rId16" Target="https://www.canva.com/design/DAG3_86KAhI/CDIbT5M2KdknpkD9BFlppQ/edit" TargetMode="External" Type="http://schemas.openxmlformats.org/officeDocument/2006/relationships/hyperlink"/><Relationship Id="rId17" Target="https://www.canva.com/design/DAG3_86KAhI/CDIbT5M2KdknpkD9BFlppQ/edit" TargetMode="External" Type="http://schemas.openxmlformats.org/officeDocument/2006/relationships/hyperlink"/><Relationship Id="rId18" Target="https://www.canva.com/design/DAG3_86KAhI/CDIbT5M2KdknpkD9BFlppQ/edit" TargetMode="External" Type="http://schemas.openxmlformats.org/officeDocument/2006/relationships/hyperlink"/><Relationship Id="rId19" Target="https://www.canva.com/design/DAG3_86KAhI/CDIbT5M2KdknpkD9BFlppQ/edit" TargetMode="External" Type="http://schemas.openxmlformats.org/officeDocument/2006/relationships/hyperlink"/><Relationship Id="rId2" Target="../media/image68.png" Type="http://schemas.openxmlformats.org/officeDocument/2006/relationships/image"/><Relationship Id="rId20" Target="https://www.canva.com/design/DAG3_86KAhI/CDIbT5M2KdknpkD9BFlppQ/edit" TargetMode="External" Type="http://schemas.openxmlformats.org/officeDocument/2006/relationships/hyperlink"/><Relationship Id="rId21" Target="https://www.canva.com/design/DAG3_86KAhI/CDIbT5M2KdknpkD9BFlppQ/edit" TargetMode="External" Type="http://schemas.openxmlformats.org/officeDocument/2006/relationships/hyperlink"/><Relationship Id="rId3" Target="../media/image69.svg" Type="http://schemas.openxmlformats.org/officeDocument/2006/relationships/image"/><Relationship Id="rId4" Target="https://www.canva.com/design/DAG3_mgIMvY/NM7IpvO43GXgHlBVmudXqg/edit" TargetMode="External" Type="http://schemas.openxmlformats.org/officeDocument/2006/relationships/hyperlink"/><Relationship Id="rId5" Target="https://www.canva.com/design/DAG3_mgIMvY/NM7IpvO43GXgHlBVmudXqg/edit" TargetMode="External" Type="http://schemas.openxmlformats.org/officeDocument/2006/relationships/hyperlink"/><Relationship Id="rId6" Target="https://www.canva.com/design/DAG3_mgIMvY/NM7IpvO43GXgHlBVmudXqg/edit" TargetMode="External" Type="http://schemas.openxmlformats.org/officeDocument/2006/relationships/hyperlink"/><Relationship Id="rId7" Target="https://www.canva.com/design/DAG3_mgIMvY/NM7IpvO43GXgHlBVmudXqg/edit" TargetMode="External" Type="http://schemas.openxmlformats.org/officeDocument/2006/relationships/hyperlink"/><Relationship Id="rId8" Target="https://www.canva.com/design/DAG3_mgIMvY/NM7IpvO43GXgHlBVmudXqg/edit" TargetMode="External" Type="http://schemas.openxmlformats.org/officeDocument/2006/relationships/hyperlink"/><Relationship Id="rId9" Target="https://www.canva.com/design/DAG3_86KAhI/CDIbT5M2KdknpkD9BFlppQ/edit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3_xRnas4/o0oe-VYnb_IWTvIdzs3-fg/edit" TargetMode="External" Type="http://schemas.openxmlformats.org/officeDocument/2006/relationships/hyperlink"/><Relationship Id="rId11" Target="https://www.canva.com/design/DAG3_4NJl6U/7RKK-VZhHad2jA3w9WzJxw/edit" TargetMode="External" Type="http://schemas.openxmlformats.org/officeDocument/2006/relationships/hyperlink"/><Relationship Id="rId12" Target="https://www.canva.com/design/DAG3_4NJl6U/7RKK-VZhHad2jA3w9WzJxw/edit" TargetMode="External" Type="http://schemas.openxmlformats.org/officeDocument/2006/relationships/hyperlink"/><Relationship Id="rId13" Target="https://www.canva.com/design/DAG3_4NJl6U/7RKK-VZhHad2jA3w9WzJxw/edit" TargetMode="External" Type="http://schemas.openxmlformats.org/officeDocument/2006/relationships/hyperlink"/><Relationship Id="rId14" Target="https://www.canva.com/design/DAG3_x8T1Rs/WYg9xESOkDjZwqIkmsNbBw/edit" TargetMode="External" Type="http://schemas.openxmlformats.org/officeDocument/2006/relationships/hyperlink"/><Relationship Id="rId15" Target="https://www.canva.com/design/DAG3_x8T1Rs/WYg9xESOkDjZwqIkmsNbBw/edit" TargetMode="External" Type="http://schemas.openxmlformats.org/officeDocument/2006/relationships/hyperlink"/><Relationship Id="rId16" Target="https://www.canva.com/design/DAG3_x8T1Rs/WYg9xESOkDjZwqIkmsNbBw/edit" TargetMode="External" Type="http://schemas.openxmlformats.org/officeDocument/2006/relationships/hyperlink"/><Relationship Id="rId17" Target="https://www.canva.com/design/DAG3_59naZY/LjmSwf2fN5Q8hLI1jYda3Q/edit" TargetMode="External" Type="http://schemas.openxmlformats.org/officeDocument/2006/relationships/hyperlink"/><Relationship Id="rId18" Target="https://www.canva.com/design/DAG3_x8T1Rs/WYg9xESOkDjZwqIkmsNbBw/edit" TargetMode="External" Type="http://schemas.openxmlformats.org/officeDocument/2006/relationships/hyperlink"/><Relationship Id="rId19" Target="https://www.canva.com/design/DAG3_4NJl6U/7RKK-VZhHad2jA3w9WzJxw/edit" TargetMode="External" Type="http://schemas.openxmlformats.org/officeDocument/2006/relationships/hyperlink"/><Relationship Id="rId2" Target="../media/image70.png" Type="http://schemas.openxmlformats.org/officeDocument/2006/relationships/image"/><Relationship Id="rId20" Target="https://www.canva.com/design/DAG3_xRnas4/o0oe-VYnb_IWTvIdzs3-fg/edit" TargetMode="External" Type="http://schemas.openxmlformats.org/officeDocument/2006/relationships/hyperlink"/><Relationship Id="rId3" Target="../media/image71.svg" Type="http://schemas.openxmlformats.org/officeDocument/2006/relationships/image"/><Relationship Id="rId4" Target="https://www.canva.com/design/DAG3_zhtKzE/-OxW249GhbN4JdEFPKVyjg/edit" TargetMode="External" Type="http://schemas.openxmlformats.org/officeDocument/2006/relationships/hyperlink"/><Relationship Id="rId5" Target="https://www.canva.com/design/DAG3_zhtKzE/-OxW249GhbN4JdEFPKVyjg/edit" TargetMode="External" Type="http://schemas.openxmlformats.org/officeDocument/2006/relationships/hyperlink"/><Relationship Id="rId6" Target="https://www.canva.com/design/DAG3_zhtKzE/-OxW249GhbN4JdEFPKVyjg/edit" TargetMode="External" Type="http://schemas.openxmlformats.org/officeDocument/2006/relationships/hyperlink"/><Relationship Id="rId7" Target="https://www.canva.com/design/DAG3_zhtKzE/-OxW249GhbN4JdEFPKVyjg/edit" TargetMode="External" Type="http://schemas.openxmlformats.org/officeDocument/2006/relationships/hyperlink"/><Relationship Id="rId8" Target="https://www.canva.com/design/DAG3_zhtKzE/-OxW249GhbN4JdEFPKVyjg/edit" TargetMode="External" Type="http://schemas.openxmlformats.org/officeDocument/2006/relationships/hyperlink"/><Relationship Id="rId9" Target="https://www.canva.com/design/DAG3_xRnas4/o0oe-VYnb_IWTvIdzs3-fg/edit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3_1NxR7I/eMWbXU6rdtRHHYWSg2mH9w/edit" TargetMode="External" Type="http://schemas.openxmlformats.org/officeDocument/2006/relationships/hyperlink"/><Relationship Id="rId11" Target="https://www.canva.com/design/DAG3_1NxR7I/eMWbXU6rdtRHHYWSg2mH9w/edit" TargetMode="External" Type="http://schemas.openxmlformats.org/officeDocument/2006/relationships/hyperlink"/><Relationship Id="rId12" Target="https://www.canva.com/design/DAG3_1NxR7I/eMWbXU6rdtRHHYWSg2mH9w/edit" TargetMode="External" Type="http://schemas.openxmlformats.org/officeDocument/2006/relationships/hyperlink"/><Relationship Id="rId13" Target="https://www.canva.com/design/DAG3__PmC-M/Pis2vkPWV_0l1S846HQ9iQ/edit" TargetMode="External" Type="http://schemas.openxmlformats.org/officeDocument/2006/relationships/hyperlink"/><Relationship Id="rId14" Target="https://www.canva.com/design/DAG3__PmC-M/Pis2vkPWV_0l1S846HQ9iQ/edit" TargetMode="External" Type="http://schemas.openxmlformats.org/officeDocument/2006/relationships/hyperlink"/><Relationship Id="rId15" Target="https://www.canva.com/design/DAG3_wXQFV8/UZxbnsOiwuiiZvkiV5a7bg/edit" TargetMode="External" Type="http://schemas.openxmlformats.org/officeDocument/2006/relationships/hyperlink"/><Relationship Id="rId16" Target="https://www.canva.com/design/DAG3_wXQFV8/UZxbnsOiwuiiZvkiV5a7bg/edit" TargetMode="External" Type="http://schemas.openxmlformats.org/officeDocument/2006/relationships/hyperlink"/><Relationship Id="rId17" Target="https://www.canva.com/design/DAG3_wXQFV8/UZxbnsOiwuiiZvkiV5a7bg/edit" TargetMode="External" Type="http://schemas.openxmlformats.org/officeDocument/2006/relationships/hyperlink"/><Relationship Id="rId18" Target="https://www.canva.com/design/DAG3_wXQFV8/UZxbnsOiwuiiZvkiV5a7bg/edit" TargetMode="External" Type="http://schemas.openxmlformats.org/officeDocument/2006/relationships/hyperlink"/><Relationship Id="rId19" Target="https://www.canva.com/design/DAG3_wXQFV8/UZxbnsOiwuiiZvkiV5a7bg/edit" TargetMode="External" Type="http://schemas.openxmlformats.org/officeDocument/2006/relationships/hyperlink"/><Relationship Id="rId2" Target="../media/image72.png" Type="http://schemas.openxmlformats.org/officeDocument/2006/relationships/image"/><Relationship Id="rId20" Target="https://www.canva.com/design/DAG3_wXQFV8/UZxbnsOiwuiiZvkiV5a7bg/edit" TargetMode="External" Type="http://schemas.openxmlformats.org/officeDocument/2006/relationships/hyperlink"/><Relationship Id="rId21" Target="https://www.canva.com/design/DAG3_x0Xr0A/4wgW4iDW7smcYhetq2oTjA/edit" TargetMode="External" Type="http://schemas.openxmlformats.org/officeDocument/2006/relationships/hyperlink"/><Relationship Id="rId22" Target="https://www.canva.com/design/DAG3_x0Xr0A/4wgW4iDW7smcYhetq2oTjA/edit" TargetMode="External" Type="http://schemas.openxmlformats.org/officeDocument/2006/relationships/hyperlink"/><Relationship Id="rId23" Target="https://www.canva.com/design/DAG3_x0Xr0A/4wgW4iDW7smcYhetq2oTjA/edit" TargetMode="External" Type="http://schemas.openxmlformats.org/officeDocument/2006/relationships/hyperlink"/><Relationship Id="rId24" Target="https://www.canva.com/design/DAG3_x0Xr0A/4wgW4iDW7smcYhetq2oTjA/edit" TargetMode="External" Type="http://schemas.openxmlformats.org/officeDocument/2006/relationships/hyperlink"/><Relationship Id="rId25" Target="https://www.canva.com/design/DAG3_x0Xr0A/4wgW4iDW7smcYhetq2oTjA/edit" TargetMode="External" Type="http://schemas.openxmlformats.org/officeDocument/2006/relationships/hyperlink"/><Relationship Id="rId26" Target="https://www.canva.com/design/DAG3_x0Xr0A/4wgW4iDW7smcYhetq2oTjA/edit" TargetMode="External" Type="http://schemas.openxmlformats.org/officeDocument/2006/relationships/hyperlink"/><Relationship Id="rId27" Target="https://www.canva.com/design/DAG3__PmC-M/Pis2vkPWV_0l1S846HQ9iQ/edit" TargetMode="External" Type="http://schemas.openxmlformats.org/officeDocument/2006/relationships/hyperlink"/><Relationship Id="rId28" Target="https://www.canva.com/design/DAG3_1NxR7I/eMWbXU6rdtRHHYWSg2mH9w/edit" TargetMode="External" Type="http://schemas.openxmlformats.org/officeDocument/2006/relationships/hyperlink"/><Relationship Id="rId3" Target="../media/image73.svg" Type="http://schemas.openxmlformats.org/officeDocument/2006/relationships/image"/><Relationship Id="rId4" Target="https://www.canva.com/design/DAG3_58IyH4/E7phtyEDUYwBe0wf7kJq_Q/edit" TargetMode="External" Type="http://schemas.openxmlformats.org/officeDocument/2006/relationships/hyperlink"/><Relationship Id="rId5" Target="https://www.canva.com/design/DAG3_58IyH4/E7phtyEDUYwBe0wf7kJq_Q/edit" TargetMode="External" Type="http://schemas.openxmlformats.org/officeDocument/2006/relationships/hyperlink"/><Relationship Id="rId6" Target="https://www.canva.com/design/DAG3_58IyH4/E7phtyEDUYwBe0wf7kJq_Q/edit" TargetMode="External" Type="http://schemas.openxmlformats.org/officeDocument/2006/relationships/hyperlink"/><Relationship Id="rId7" Target="https://www.canva.com/design/DAG3_58IyH4/E7phtyEDUYwBe0wf7kJq_Q/edit" TargetMode="External" Type="http://schemas.openxmlformats.org/officeDocument/2006/relationships/hyperlink"/><Relationship Id="rId8" Target="https://www.canva.com/design/DAG3_58IyH4/E7phtyEDUYwBe0wf7kJq_Q/edit" TargetMode="External" Type="http://schemas.openxmlformats.org/officeDocument/2006/relationships/hyperlink"/><Relationship Id="rId9" Target="https://www.canva.com/design/DAG3_58IyH4/E7phtyEDUYwBe0wf7kJq_Q/edit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4AKlCyPI/LfAyIwZU0C8Hk2-EL5j3CQ/edit" TargetMode="External" Type="http://schemas.openxmlformats.org/officeDocument/2006/relationships/hyperlink"/><Relationship Id="rId11" Target="https://www.canva.com/design/DAG4AKlCyPI/LfAyIwZU0C8Hk2-EL5j3CQ/edit" TargetMode="External" Type="http://schemas.openxmlformats.org/officeDocument/2006/relationships/hyperlink"/><Relationship Id="rId12" Target="https://www.canva.com/design/DAG4AKlCyPI/LfAyIwZU0C8Hk2-EL5j3CQ/edit" TargetMode="External" Type="http://schemas.openxmlformats.org/officeDocument/2006/relationships/hyperlink"/><Relationship Id="rId13" Target="https://www.canva.com/design/DAG4AKlCyPI/LfAyIwZU0C8Hk2-EL5j3CQ/edit" TargetMode="External" Type="http://schemas.openxmlformats.org/officeDocument/2006/relationships/hyperlink"/><Relationship Id="rId14" Target="https://www.canva.com/design/DAG4AbxAqVE/OgXMBDcsusvLlH2He7Agsg/edit" TargetMode="External" Type="http://schemas.openxmlformats.org/officeDocument/2006/relationships/hyperlink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74.png" Type="http://schemas.openxmlformats.org/officeDocument/2006/relationships/image"/><Relationship Id="rId9" Target="../media/image7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4APohhkQ/dHx_n2pf_CBP9TkqqyOy4w/edit" TargetMode="External" Type="http://schemas.openxmlformats.org/officeDocument/2006/relationships/hyperlink"/><Relationship Id="rId11" Target="https://www.canva.com/design/DAG4APohhkQ/dHx_n2pf_CBP9TkqqyOy4w/edit" TargetMode="External" Type="http://schemas.openxmlformats.org/officeDocument/2006/relationships/hyperlink"/><Relationship Id="rId12" Target="https://www.canva.com/design/DAG4APohhkQ/dHx_n2pf_CBP9TkqqyOy4w/edit" TargetMode="External" Type="http://schemas.openxmlformats.org/officeDocument/2006/relationships/hyperlink"/><Relationship Id="rId13" Target="https://www.canva.com/design/DAG4APohhkQ/dHx_n2pf_CBP9TkqqyOy4w/edit" TargetMode="External" Type="http://schemas.openxmlformats.org/officeDocument/2006/relationships/hyperlink"/><Relationship Id="rId14" Target="https://www.canva.com/design/DAG4APohhkQ/dHx_n2pf_CBP9TkqqyOy4w/edit" TargetMode="External" Type="http://schemas.openxmlformats.org/officeDocument/2006/relationships/hyperlink"/><Relationship Id="rId15" Target="https://www.canva.com/design/DAG4APohhkQ/dHx_n2pf_CBP9TkqqyOy4w/edit" TargetMode="External" Type="http://schemas.openxmlformats.org/officeDocument/2006/relationships/hyperlink"/><Relationship Id="rId16" Target="https://www.canva.com/design/DAG4APohhkQ/dHx_n2pf_CBP9TkqqyOy4w/edit" TargetMode="External" Type="http://schemas.openxmlformats.org/officeDocument/2006/relationships/hyperlink"/><Relationship Id="rId17" Target="https://www.canva.com/design/DAG4APohhkQ/dHx_n2pf_CBP9TkqqyOy4w/edit" TargetMode="External" Type="http://schemas.openxmlformats.org/officeDocument/2006/relationships/hyperlink"/><Relationship Id="rId18" Target="https://www.canva.com/design/DAG4APohhkQ/dHx_n2pf_CBP9TkqqyOy4w/edit" TargetMode="External" Type="http://schemas.openxmlformats.org/officeDocument/2006/relationships/hyperlink"/><Relationship Id="rId19" Target="https://www.canva.com/design/DAG4APohhkQ/dHx_n2pf_CBP9TkqqyOy4w/edit" TargetMode="External" Type="http://schemas.openxmlformats.org/officeDocument/2006/relationships/hyperlink"/><Relationship Id="rId2" Target="../media/image76.png" Type="http://schemas.openxmlformats.org/officeDocument/2006/relationships/image"/><Relationship Id="rId20" Target="https://www.canva.com/design/DAG4APohhkQ/dHx_n2pf_CBP9TkqqyOy4w/edit" TargetMode="External" Type="http://schemas.openxmlformats.org/officeDocument/2006/relationships/hyperlink"/><Relationship Id="rId21" Target="https://www.canva.com/design/DAG4AUweJUM/Ny4mhqHQ1T_ZaFhh-vJupw/edit" TargetMode="External" Type="http://schemas.openxmlformats.org/officeDocument/2006/relationships/hyperlink"/><Relationship Id="rId22" Target="https://www.canva.com/design/DAG4AUweJUM/Ny4mhqHQ1T_ZaFhh-vJupw/edit" TargetMode="External" Type="http://schemas.openxmlformats.org/officeDocument/2006/relationships/hyperlink"/><Relationship Id="rId23" Target="https://www.canva.com/design/DAG4AUweJUM/Ny4mhqHQ1T_ZaFhh-vJupw/edit" TargetMode="External" Type="http://schemas.openxmlformats.org/officeDocument/2006/relationships/hyperlink"/><Relationship Id="rId24" Target="https://www.canva.com/design/DAG4AL2AGvI/7CID0VXNGgKv3ZGR_O2KWQ/edit" TargetMode="External" Type="http://schemas.openxmlformats.org/officeDocument/2006/relationships/hyperlink"/><Relationship Id="rId25" Target="https://www.canva.com/design/DAG4AL2AGvI/7CID0VXNGgKv3ZGR_O2KWQ/edit" TargetMode="External" Type="http://schemas.openxmlformats.org/officeDocument/2006/relationships/hyperlink"/><Relationship Id="rId26" Target="https://www.canva.com/design/DAG4AL2AGvI/7CID0VXNGgKv3ZGR_O2KWQ/edit" TargetMode="External" Type="http://schemas.openxmlformats.org/officeDocument/2006/relationships/hyperlink"/><Relationship Id="rId27" Target="https://www.canva.com/design/DAG4AeNpqHY/B26QZH0UJ3lPpPwbl0GT_w/edit" TargetMode="External" Type="http://schemas.openxmlformats.org/officeDocument/2006/relationships/hyperlink"/><Relationship Id="rId28" Target="https://www.canva.com/design/DAG4AeNpqHY/B26QZH0UJ3lPpPwbl0GT_w/edit" TargetMode="External" Type="http://schemas.openxmlformats.org/officeDocument/2006/relationships/hyperlink"/><Relationship Id="rId29" Target="https://www.canva.com/design/DAG4AeNpqHY/B26QZH0UJ3lPpPwbl0GT_w/edit" TargetMode="External" Type="http://schemas.openxmlformats.org/officeDocument/2006/relationships/hyperlink"/><Relationship Id="rId3" Target="../media/image77.svg" Type="http://schemas.openxmlformats.org/officeDocument/2006/relationships/image"/><Relationship Id="rId30" Target="https://www.canva.com/design/DAG4AGxixZo/3E5PLomD5wRWVTQteCnz0g/edit?utm_content=DAG4AGxixZo&amp;utm_campaign=designshare&amp;utm_medium=link2&amp;utm_source=sharebutton" TargetMode="External" Type="http://schemas.openxmlformats.org/officeDocument/2006/relationships/hyperlink"/><Relationship Id="rId31" Target="https://www.canva.com/design/DAG4AGxixZo/3E5PLomD5wRWVTQteCnz0g/edit?utm_content=DAG4AGxixZo&amp;utm_campaign=designshare&amp;utm_medium=link2&amp;utm_source=sharebutton" TargetMode="External" Type="http://schemas.openxmlformats.org/officeDocument/2006/relationships/hyperlink"/><Relationship Id="rId32" Target="https://www.canva.com/design/DAG4AGxixZo/3E5PLomD5wRWVTQteCnz0g/edit?utm_content=DAG4AGxixZo&amp;utm_campaign=designshare&amp;utm_medium=link2&amp;utm_source=sharebutton" TargetMode="External" Type="http://schemas.openxmlformats.org/officeDocument/2006/relationships/hyperlink"/><Relationship Id="rId33" Target="https://www.canva.com/design/DAG4AGxixZo/3E5PLomD5wRWVTQteCnz0g/edit?utm_content=DAG4AGxixZo&amp;utm_campaign=designshare&amp;utm_medium=link2&amp;utm_source=sharebutton" TargetMode="External" Type="http://schemas.openxmlformats.org/officeDocument/2006/relationships/hyperlink"/><Relationship Id="rId34" Target="https://www.canva.com/design/DAG4AL2AGvI/7CID0VXNGgKv3ZGR_O2KWQ/edit" TargetMode="External" Type="http://schemas.openxmlformats.org/officeDocument/2006/relationships/hyperlink"/><Relationship Id="rId35" Target="https://www.canva.com/design/DAG4AUweJUM/Ny4mhqHQ1T_ZaFhh-vJupw/edit" TargetMode="External" Type="http://schemas.openxmlformats.org/officeDocument/2006/relationships/hyperlink"/><Relationship Id="rId4" Target="https://www.canva.com/design/DAG4AKlCyPI/LfAyIwZU0C8Hk2-EL5j3CQ/edit" TargetMode="External" Type="http://schemas.openxmlformats.org/officeDocument/2006/relationships/hyperlink"/><Relationship Id="rId5" Target="https://www.canva.com/design/DAG4AKlCyPI/LfAyIwZU0C8Hk2-EL5j3CQ/edit" TargetMode="External" Type="http://schemas.openxmlformats.org/officeDocument/2006/relationships/hyperlink"/><Relationship Id="rId6" Target="https://www.canva.com/design/DAG4AKlCyPI/LfAyIwZU0C8Hk2-EL5j3CQ/edit" TargetMode="External" Type="http://schemas.openxmlformats.org/officeDocument/2006/relationships/hyperlink"/><Relationship Id="rId7" Target="https://www.canva.com/design/DAG4AKlCyPI/LfAyIwZU0C8Hk2-EL5j3CQ/edit" TargetMode="External" Type="http://schemas.openxmlformats.org/officeDocument/2006/relationships/hyperlink"/><Relationship Id="rId8" Target="https://www.canva.com/design/DAG4APohhkQ/dHx_n2pf_CBP9TkqqyOy4w/edit" TargetMode="External" Type="http://schemas.openxmlformats.org/officeDocument/2006/relationships/hyperlink"/><Relationship Id="rId9" Target="https://www.canva.com/design/DAG4APohhkQ/dHx_n2pf_CBP9TkqqyOy4w/edit" TargetMode="External" Type="http://schemas.openxmlformats.org/officeDocument/2006/relationships/hyperlink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4ATQ_3lQ/o9-GekZFL7LMGyma8yGhYg/edit" TargetMode="External" Type="http://schemas.openxmlformats.org/officeDocument/2006/relationships/hyperlink"/><Relationship Id="rId11" Target="https://www.canva.com/design/DAG4ATQ_3lQ/o9-GekZFL7LMGyma8yGhYg/edit" TargetMode="External" Type="http://schemas.openxmlformats.org/officeDocument/2006/relationships/hyperlink"/><Relationship Id="rId12" Target="https://www.canva.com/design/DAG4ATQ_3lQ/o9-GekZFL7LMGyma8yGhYg/edit" TargetMode="External" Type="http://schemas.openxmlformats.org/officeDocument/2006/relationships/hyperlink"/><Relationship Id="rId13" Target="https://www.canva.com/design/DAG4ATQ_3lQ/o9-GekZFL7LMGyma8yGhYg/edit" TargetMode="External" Type="http://schemas.openxmlformats.org/officeDocument/2006/relationships/hyperlink"/><Relationship Id="rId14" Target="https://www.canva.com/design/DAG4ATQ_3lQ/o9-GekZFL7LMGyma8yGhYg/edit" TargetMode="External" Type="http://schemas.openxmlformats.org/officeDocument/2006/relationships/hyperlink"/><Relationship Id="rId15" Target="https://www.canva.com/design/DAG4ATQ_3lQ/o9-GekZFL7LMGyma8yGhYg/edit" TargetMode="External" Type="http://schemas.openxmlformats.org/officeDocument/2006/relationships/hyperlink"/><Relationship Id="rId16" Target="https://www.canva.com/design/DAG4ATQ_3lQ/o9-GekZFL7LMGyma8yGhYg/edit" TargetMode="External" Type="http://schemas.openxmlformats.org/officeDocument/2006/relationships/hyperlink"/><Relationship Id="rId17" Target="https://www.canva.com/design/DAG4ATQ_3lQ/o9-GekZFL7LMGyma8yGhYg/edit" TargetMode="External" Type="http://schemas.openxmlformats.org/officeDocument/2006/relationships/hyperlink"/><Relationship Id="rId18" Target="https://www.canva.com/design/DAG4AR5zk5Y/KYXaftBCovQ15HKLFp7a5Q/edit" TargetMode="External" Type="http://schemas.openxmlformats.org/officeDocument/2006/relationships/hyperlink"/><Relationship Id="rId19" Target="https://www.canva.com/design/DAG4AR5zk5Y/KYXaftBCovQ15HKLFp7a5Q/edit" TargetMode="External" Type="http://schemas.openxmlformats.org/officeDocument/2006/relationships/hyperlink"/><Relationship Id="rId2" Target="../media/image78.png" Type="http://schemas.openxmlformats.org/officeDocument/2006/relationships/image"/><Relationship Id="rId20" Target="https://www.canva.com/design/DAG4AR5zk5Y/KYXaftBCovQ15HKLFp7a5Q/edit" TargetMode="External" Type="http://schemas.openxmlformats.org/officeDocument/2006/relationships/hyperlink"/><Relationship Id="rId21" Target="https://www.canva.com/design/DAG4AR5zk5Y/KYXaftBCovQ15HKLFp7a5Q/edit" TargetMode="External" Type="http://schemas.openxmlformats.org/officeDocument/2006/relationships/hyperlink"/><Relationship Id="rId22" Target="https://www.canva.com/design/DAG4AR5zk5Y/KYXaftBCovQ15HKLFp7a5Q/edit" TargetMode="External" Type="http://schemas.openxmlformats.org/officeDocument/2006/relationships/hyperlink"/><Relationship Id="rId23" Target="https://www.canva.com/design/DAG4AZ30vl0/kqjpzaKCf74OjYFGN_moAA/edit" TargetMode="External" Type="http://schemas.openxmlformats.org/officeDocument/2006/relationships/hyperlink"/><Relationship Id="rId24" Target="https://www.canva.com/design/DAG4AZ30vl0/kqjpzaKCf74OjYFGN_moAA/edit" TargetMode="External" Type="http://schemas.openxmlformats.org/officeDocument/2006/relationships/hyperlink"/><Relationship Id="rId25" Target="https://www.canva.com/design/DAG4AZ30vl0/kqjpzaKCf74OjYFGN_moAA/edit" TargetMode="External" Type="http://schemas.openxmlformats.org/officeDocument/2006/relationships/hyperlink"/><Relationship Id="rId26" Target="https://www.canva.com/design/DAG4AZ30vl0/kqjpzaKCf74OjYFGN_moAA/edit" TargetMode="External" Type="http://schemas.openxmlformats.org/officeDocument/2006/relationships/hyperlink"/><Relationship Id="rId27" Target="https://www.canva.com/design/DAG4AZ30vl0/kqjpzaKCf74OjYFGN_moAA/edit" TargetMode="External" Type="http://schemas.openxmlformats.org/officeDocument/2006/relationships/hyperlink"/><Relationship Id="rId28" Target="https://www.canva.com/design/DAG4AZ30vl0/kqjpzaKCf74OjYFGN_moAA/edit" TargetMode="External" Type="http://schemas.openxmlformats.org/officeDocument/2006/relationships/hyperlink"/><Relationship Id="rId29" Target="https://www.canva.com/design/DAG4AWcGGlo/3iD-ziB6OWV9jBaAt-lW8w/edit" TargetMode="External" Type="http://schemas.openxmlformats.org/officeDocument/2006/relationships/hyperlink"/><Relationship Id="rId3" Target="../media/image79.svg" Type="http://schemas.openxmlformats.org/officeDocument/2006/relationships/image"/><Relationship Id="rId30" Target="https://www.canva.com/design/DAG4AWcGGlo/3iD-ziB6OWV9jBaAt-lW8w/edit" TargetMode="External" Type="http://schemas.openxmlformats.org/officeDocument/2006/relationships/hyperlink"/><Relationship Id="rId31" Target="https://www.canva.com/design/DAG4AWcGGlo/3iD-ziB6OWV9jBaAt-lW8w/edit" TargetMode="External" Type="http://schemas.openxmlformats.org/officeDocument/2006/relationships/hyperlink"/><Relationship Id="rId32" Target="https://www.canva.com/design/DAG4AWcGGlo/3iD-ziB6OWV9jBaAt-lW8w/edit" TargetMode="External" Type="http://schemas.openxmlformats.org/officeDocument/2006/relationships/hyperlink"/><Relationship Id="rId33" Target="https://www.canva.com/design/DAG4AWcGGlo/3iD-ziB6OWV9jBaAt-lW8w/edit" TargetMode="External" Type="http://schemas.openxmlformats.org/officeDocument/2006/relationships/hyperlink"/><Relationship Id="rId34" Target="https://www.canva.com/design/DAG4AWcGGlo/3iD-ziB6OWV9jBaAt-lW8w/edit" TargetMode="External" Type="http://schemas.openxmlformats.org/officeDocument/2006/relationships/hyperlink"/><Relationship Id="rId35" Target="https://www.canva.com/design/DAG4AWcGGlo/3iD-ziB6OWV9jBaAt-lW8w/edit" TargetMode="External" Type="http://schemas.openxmlformats.org/officeDocument/2006/relationships/hyperlink"/><Relationship Id="rId36" Target="https://www.canva.com/design/DAG4AWcGGlo/3iD-ziB6OWV9jBaAt-lW8w/edit" TargetMode="External" Type="http://schemas.openxmlformats.org/officeDocument/2006/relationships/hyperlink"/><Relationship Id="rId37" Target="https://www.canva.com/design/DAG4AWcGGlo/3iD-ziB6OWV9jBaAt-lW8w/edit" TargetMode="External" Type="http://schemas.openxmlformats.org/officeDocument/2006/relationships/hyperlink"/><Relationship Id="rId38" Target="https://www.canva.com/design/DAG4AWcGGlo/3iD-ziB6OWV9jBaAt-lW8w/edit" TargetMode="External" Type="http://schemas.openxmlformats.org/officeDocument/2006/relationships/hyperlink"/><Relationship Id="rId39" Target="https://www.canva.com/design/DAG4AWcGGlo/3iD-ziB6OWV9jBaAt-lW8w/edit" TargetMode="External" Type="http://schemas.openxmlformats.org/officeDocument/2006/relationships/hyperlink"/><Relationship Id="rId4" Target="https://www.canva.com/design/DAG4Absn8tg/l2dteVIk4M3xzrFV6FqbEw/edit" TargetMode="External" Type="http://schemas.openxmlformats.org/officeDocument/2006/relationships/hyperlink"/><Relationship Id="rId40" Target="https://www.canva.com/design/DAG4AWcGGlo/3iD-ziB6OWV9jBaAt-lW8w/edit" TargetMode="External" Type="http://schemas.openxmlformats.org/officeDocument/2006/relationships/hyperlink"/><Relationship Id="rId5" Target="https://www.canva.com/design/DAG4Absn8tg/l2dteVIk4M3xzrFV6FqbEw/edit" TargetMode="External" Type="http://schemas.openxmlformats.org/officeDocument/2006/relationships/hyperlink"/><Relationship Id="rId6" Target="https://www.canva.com/design/DAG4Absn8tg/l2dteVIk4M3xzrFV6FqbEw/edit" TargetMode="External" Type="http://schemas.openxmlformats.org/officeDocument/2006/relationships/hyperlink"/><Relationship Id="rId7" Target="https://www.canva.com/design/DAG4Absn8tg/l2dteVIk4M3xzrFV6FqbEw/edit" TargetMode="External" Type="http://schemas.openxmlformats.org/officeDocument/2006/relationships/hyperlink"/><Relationship Id="rId8" Target="https://www.canva.com/design/DAG4Absn8tg/l2dteVIk4M3xzrFV6FqbEw/edit" TargetMode="External" Type="http://schemas.openxmlformats.org/officeDocument/2006/relationships/hyperlink"/><Relationship Id="rId9" Target="https://www.canva.com/design/DAG4ATQ_3lQ/o9-GekZFL7LMGyma8yGhYg/edit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4AYKVfaQ/sEBAoQiT9ndy67P-0tBifw/edit" TargetMode="External" Type="http://schemas.openxmlformats.org/officeDocument/2006/relationships/hyperlink"/><Relationship Id="rId11" Target="https://www.canva.com/design/DAG4AYujBYc/T5fxSxKFCXLfhLQOeAioYQ/edit" TargetMode="External" Type="http://schemas.openxmlformats.org/officeDocument/2006/relationships/hyperlink"/><Relationship Id="rId12" Target="https://www.canva.com/design/DAG4AYujBYc/T5fxSxKFCXLfhLQOeAioYQ/edit" TargetMode="External" Type="http://schemas.openxmlformats.org/officeDocument/2006/relationships/hyperlink"/><Relationship Id="rId13" Target="https://www.canva.com/design/DAG4AYujBYc/T5fxSxKFCXLfhLQOeAioYQ/edit" TargetMode="External" Type="http://schemas.openxmlformats.org/officeDocument/2006/relationships/hyperlink"/><Relationship Id="rId14" Target="https://www.canva.com/design/DAG4AX0wJZI/kj3mMudq_cI3bPNLR2fonA/edit" TargetMode="External" Type="http://schemas.openxmlformats.org/officeDocument/2006/relationships/hyperlink"/><Relationship Id="rId15" Target="https://www.canva.com/design/DAG4AX0wJZI/kj3mMudq_cI3bPNLR2fonA/edit" TargetMode="External" Type="http://schemas.openxmlformats.org/officeDocument/2006/relationships/hyperlink"/><Relationship Id="rId16" Target="https://www.canva.com/design/DAG4AX0wJZI/kj3mMudq_cI3bPNLR2fonA/edit" TargetMode="External" Type="http://schemas.openxmlformats.org/officeDocument/2006/relationships/hyperlink"/><Relationship Id="rId17" Target="https://www.canva.com/design/DAG4AYKVfaQ/sEBAoQiT9ndy67P-0tBifw/edit" TargetMode="External" Type="http://schemas.openxmlformats.org/officeDocument/2006/relationships/hyperlink"/><Relationship Id="rId18" Target="https://www.canva.com/design/DAG4AYKVfaQ/sEBAoQiT9ndy67P-0tBifw/edit" TargetMode="External" Type="http://schemas.openxmlformats.org/officeDocument/2006/relationships/hyperlink"/><Relationship Id="rId19" Target="https://www.canva.com/design/DAG4ARfZ9Po/c7IyeXiOIflM4q_Lpy-qEQ/edit" TargetMode="External" Type="http://schemas.openxmlformats.org/officeDocument/2006/relationships/hyperlink"/><Relationship Id="rId2" Target="../media/image80.png" Type="http://schemas.openxmlformats.org/officeDocument/2006/relationships/image"/><Relationship Id="rId3" Target="../media/image81.svg" Type="http://schemas.openxmlformats.org/officeDocument/2006/relationships/image"/><Relationship Id="rId4" Target="https://www.canva.com/design/DAG4AcIcmeQ/MsMO5usDiZHfBp8BvLmn9Q/edit" TargetMode="External" Type="http://schemas.openxmlformats.org/officeDocument/2006/relationships/hyperlink"/><Relationship Id="rId5" Target="https://www.canva.com/design/DAG4AcIcmeQ/MsMO5usDiZHfBp8BvLmn9Q/edit" TargetMode="External" Type="http://schemas.openxmlformats.org/officeDocument/2006/relationships/hyperlink"/><Relationship Id="rId6" Target="https://www.canva.com/design/DAG4AcIcmeQ/MsMO5usDiZHfBp8BvLmn9Q/edit" TargetMode="External" Type="http://schemas.openxmlformats.org/officeDocument/2006/relationships/hyperlink"/><Relationship Id="rId7" Target="https://www.canva.com/design/DAG4AcIcmeQ/MsMO5usDiZHfBp8BvLmn9Q/edit" TargetMode="External" Type="http://schemas.openxmlformats.org/officeDocument/2006/relationships/hyperlink"/><Relationship Id="rId8" Target="https://www.canva.com/design/DAG4ARfZ9Po/c7IyeXiOIflM4q_Lpy-qEQ/edit" TargetMode="External" Type="http://schemas.openxmlformats.org/officeDocument/2006/relationships/hyperlink"/><Relationship Id="rId9" Target="https://www.canva.com/design/DAG4ARfZ9Po/c7IyeXiOIflM4q_Lpy-qEQ/edit" TargetMode="External" Type="http://schemas.openxmlformats.org/officeDocument/2006/relationships/hyperlink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4AbxAqVE/OgXMBDcsusvLlH2He7Agsg/edit" TargetMode="External" Type="http://schemas.openxmlformats.org/officeDocument/2006/relationships/hyperlink"/><Relationship Id="rId11" Target="https://www.canva.com/design/DAG4AfDoe8g/gX3zp1sbuCXruAulILsUGg/edit" TargetMode="External" Type="http://schemas.openxmlformats.org/officeDocument/2006/relationships/hyperlink"/><Relationship Id="rId12" Target="https://www.canva.com/design/DAG4AfDoe8g/gX3zp1sbuCXruAulILsUGg/edit" TargetMode="External" Type="http://schemas.openxmlformats.org/officeDocument/2006/relationships/hyperlink"/><Relationship Id="rId13" Target="https://www.canva.com/design/DAG4AVYJq64/GRV8YcEkUQtMf37xBsi3VA/edit" TargetMode="External" Type="http://schemas.openxmlformats.org/officeDocument/2006/relationships/hyperlink"/><Relationship Id="rId14" Target="https://www.canva.com/design/DAG4AVMJjks/X1Wlxs2k76NfHuPQXbpczw/edit" TargetMode="External" Type="http://schemas.openxmlformats.org/officeDocument/2006/relationships/hyperlink"/><Relationship Id="rId15" Target="https://www.canva.com/design/DAG4AVMJjks/X1Wlxs2k76NfHuPQXbpczw/edit" TargetMode="External" Type="http://schemas.openxmlformats.org/officeDocument/2006/relationships/hyperlink"/><Relationship Id="rId16" Target="https://www.canva.com/design/DAG4AVMJjks/X1Wlxs2k76NfHuPQXbpczw/edit" TargetMode="External" Type="http://schemas.openxmlformats.org/officeDocument/2006/relationships/hyperlink"/><Relationship Id="rId17" Target="https://www.canva.com/design/DAG4AVMJjks/X1Wlxs2k76NfHuPQXbpczw/edit" TargetMode="External" Type="http://schemas.openxmlformats.org/officeDocument/2006/relationships/hyperlink"/><Relationship Id="rId18" Target="https://www.canva.com/design/DAG4AVMJjks/X1Wlxs2k76NfHuPQXbpczw/edit" TargetMode="External" Type="http://schemas.openxmlformats.org/officeDocument/2006/relationships/hyperlink"/><Relationship Id="rId19" Target="https://www.canva.com/design/DAG4AVMJjks/X1Wlxs2k76NfHuPQXbpczw/edit" TargetMode="External" Type="http://schemas.openxmlformats.org/officeDocument/2006/relationships/hyperlink"/><Relationship Id="rId2" Target="../media/image82.png" Type="http://schemas.openxmlformats.org/officeDocument/2006/relationships/image"/><Relationship Id="rId20" Target="https://www.canva.com/design/DAG4AVMJjks/X1Wlxs2k76NfHuPQXbpczw/edit" TargetMode="External" Type="http://schemas.openxmlformats.org/officeDocument/2006/relationships/hyperlink"/><Relationship Id="rId21" Target="https://www.canva.com/design/DAG4AYxfFLM/8sYOnyKt6elxN5qvOy6dzg/edit" TargetMode="External" Type="http://schemas.openxmlformats.org/officeDocument/2006/relationships/hyperlink"/><Relationship Id="rId22" Target="https://www.canva.com/design/DAG4AYxfFLM/8sYOnyKt6elxN5qvOy6dzg/edit" TargetMode="External" Type="http://schemas.openxmlformats.org/officeDocument/2006/relationships/hyperlink"/><Relationship Id="rId23" Target="https://www.canva.com/design/DAG4AYxfFLM/8sYOnyKt6elxN5qvOy6dzg/edit" TargetMode="External" Type="http://schemas.openxmlformats.org/officeDocument/2006/relationships/hyperlink"/><Relationship Id="rId24" Target="https://www.canva.com/design/DAG4AYxfFLM/8sYOnyKt6elxN5qvOy6dzg/edit" TargetMode="External" Type="http://schemas.openxmlformats.org/officeDocument/2006/relationships/hyperlink"/><Relationship Id="rId25" Target="https://www.canva.com/design/DAG4AYxfFLM/8sYOnyKt6elxN5qvOy6dzg/edit" TargetMode="External" Type="http://schemas.openxmlformats.org/officeDocument/2006/relationships/hyperlink"/><Relationship Id="rId26" Target="https://www.canva.com/design/DAG4AYxfFLM/8sYOnyKt6elxN5qvOy6dzg/edit" TargetMode="External" Type="http://schemas.openxmlformats.org/officeDocument/2006/relationships/hyperlink"/><Relationship Id="rId27" Target="https://www.canva.com/design/DAG4AYxfFLM/8sYOnyKt6elxN5qvOy6dzg/edit" TargetMode="External" Type="http://schemas.openxmlformats.org/officeDocument/2006/relationships/hyperlink"/><Relationship Id="rId28" Target="https://www.canva.com/design/DAG4AYujVCU/5PGTOuhhwoXCwqQk8iw1rQ/edit" TargetMode="External" Type="http://schemas.openxmlformats.org/officeDocument/2006/relationships/hyperlink"/><Relationship Id="rId29" Target="https://www.canva.com/design/DAG4AYujVCU/5PGTOuhhwoXCwqQk8iw1rQ/edit" TargetMode="External" Type="http://schemas.openxmlformats.org/officeDocument/2006/relationships/hyperlink"/><Relationship Id="rId3" Target="../media/image83.svg" Type="http://schemas.openxmlformats.org/officeDocument/2006/relationships/image"/><Relationship Id="rId30" Target="https://www.canva.com/design/DAG4AYujVCU/5PGTOuhhwoXCwqQk8iw1rQ/edit" TargetMode="External" Type="http://schemas.openxmlformats.org/officeDocument/2006/relationships/hyperlink"/><Relationship Id="rId31" Target="https://www.canva.com/design/DAG4AYujVCU/5PGTOuhhwoXCwqQk8iw1rQ/edit" TargetMode="External" Type="http://schemas.openxmlformats.org/officeDocument/2006/relationships/hyperlink"/><Relationship Id="rId32" Target="https://www.canva.com/design/DAG4AYujVCU/5PGTOuhhwoXCwqQk8iw1rQ/edit" TargetMode="External" Type="http://schemas.openxmlformats.org/officeDocument/2006/relationships/hyperlink"/><Relationship Id="rId33" Target="https://www.canva.com/design/DAG4AfDoe8g/gX3zp1sbuCXruAulILsUGg/edit" TargetMode="External" Type="http://schemas.openxmlformats.org/officeDocument/2006/relationships/hyperlink"/><Relationship Id="rId4" Target="https://www.canva.com/design/DAG4AbxAqVE/OgXMBDcsusvLlH2He7Agsg/edit" TargetMode="External" Type="http://schemas.openxmlformats.org/officeDocument/2006/relationships/hyperlink"/><Relationship Id="rId5" Target="https://www.canva.com/design/DAG4AbxAqVE/OgXMBDcsusvLlH2He7Agsg/edit" TargetMode="External" Type="http://schemas.openxmlformats.org/officeDocument/2006/relationships/hyperlink"/><Relationship Id="rId6" Target="https://www.canva.com/design/DAG4AbxAqVE/OgXMBDcsusvLlH2He7Agsg/edit" TargetMode="External" Type="http://schemas.openxmlformats.org/officeDocument/2006/relationships/hyperlink"/><Relationship Id="rId7" Target="https://www.canva.com/design/DAG4AbxAqVE/OgXMBDcsusvLlH2He7Agsg/edit" TargetMode="External" Type="http://schemas.openxmlformats.org/officeDocument/2006/relationships/hyperlink"/><Relationship Id="rId8" Target="https://www.canva.com/design/DAG4AbxAqVE/OgXMBDcsusvLlH2He7Agsg/edit" TargetMode="External" Type="http://schemas.openxmlformats.org/officeDocument/2006/relationships/hyperlink"/><Relationship Id="rId9" Target="https://www.canva.com/design/DAG4AbxAqVE/OgXMBDcsusvLlH2He7Agsg/edit" TargetMode="External" Type="http://schemas.openxmlformats.org/officeDocument/2006/relationships/hyperlink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84.png" Type="http://schemas.openxmlformats.org/officeDocument/2006/relationships/image"/><Relationship Id="rId9" Target="../media/image8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4TVql6Mc/5cRv-kHeKqbvKWgbWaqAYg/edit" TargetMode="External" Type="http://schemas.openxmlformats.org/officeDocument/2006/relationships/hyperlink"/><Relationship Id="rId2" Target="../media/image86.png" Type="http://schemas.openxmlformats.org/officeDocument/2006/relationships/image"/><Relationship Id="rId3" Target="../media/image87.svg" Type="http://schemas.openxmlformats.org/officeDocument/2006/relationships/image"/><Relationship Id="rId4" Target="https://www.canva.com/design/DAG4TVql6Mc/5cRv-kHeKqbvKWgbWaqAYg/edit" TargetMode="External" Type="http://schemas.openxmlformats.org/officeDocument/2006/relationships/hyperlink"/><Relationship Id="rId5" Target="https://www.canva.com/design/DAG4TVql6Mc/5cRv-kHeKqbvKWgbWaqAYg/edit" TargetMode="External" Type="http://schemas.openxmlformats.org/officeDocument/2006/relationships/hyperlink"/><Relationship Id="rId6" Target="https://www.canva.com/design/DAG4TVql6Mc/5cRv-kHeKqbvKWgbWaqAYg/edit" TargetMode="External" Type="http://schemas.openxmlformats.org/officeDocument/2006/relationships/hyperlink"/><Relationship Id="rId7" Target="https://www.canva.com/design/DAG4TVql6Mc/5cRv-kHeKqbvKWgbWaqAYg/edit" TargetMode="External" Type="http://schemas.openxmlformats.org/officeDocument/2006/relationships/hyperlink"/><Relationship Id="rId8" Target="https://www.canva.com/design/DAG4TVql6Mc/5cRv-kHeKqbvKWgbWaqAYg/edit" TargetMode="External" Type="http://schemas.openxmlformats.org/officeDocument/2006/relationships/hyperlink"/><Relationship Id="rId9" Target="https://www.canva.com/design/DAG4TVql6Mc/5cRv-kHeKqbvKWgbWaqAYg/edit" TargetMode="External" Type="http://schemas.openxmlformats.org/officeDocument/2006/relationships/hyperlink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anva.com/design/DAG4TgTkOrg/-KXnmWuICYPIcErKWwj4CQ/edit" TargetMode="External" Type="http://schemas.openxmlformats.org/officeDocument/2006/relationships/hyperlink"/><Relationship Id="rId11" Target="https://www.canva.com/design/DAG4TgTkOrg/-KXnmWuICYPIcErKWwj4CQ/edit" TargetMode="External" Type="http://schemas.openxmlformats.org/officeDocument/2006/relationships/hyperlink"/><Relationship Id="rId12" Target="https://www.canva.com/design/DAG4Tq5KS2Y/TMXyu5dFLlbAzbMGA78qXw/edit" TargetMode="External" Type="http://schemas.openxmlformats.org/officeDocument/2006/relationships/hyperlink"/><Relationship Id="rId13" Target="https://www.canva.com/design/DAG4TgTkOrg/-KXnmWuICYPIcErKWwj4CQ/edit" TargetMode="External" Type="http://schemas.openxmlformats.org/officeDocument/2006/relationships/hyperlink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https://www.canva.com/design/DAG4Tq5KS2Y/TMXyu5dFLlbAzbMGA78qXw/edit" TargetMode="External" Type="http://schemas.openxmlformats.org/officeDocument/2006/relationships/hyperlink"/><Relationship Id="rId5" Target="https://www.canva.com/design/DAG4Tq5KS2Y/TMXyu5dFLlbAzbMGA78qXw/edit" TargetMode="External" Type="http://schemas.openxmlformats.org/officeDocument/2006/relationships/hyperlink"/><Relationship Id="rId6" Target="https://www.canva.com/design/DAG4Tq5KS2Y/TMXyu5dFLlbAzbMGA78qXw/edit" TargetMode="External" Type="http://schemas.openxmlformats.org/officeDocument/2006/relationships/hyperlink"/><Relationship Id="rId7" Target="https://www.canva.com/design/DAG4TgTkOrg/-KXnmWuICYPIcErKWwj4CQ/edit" TargetMode="External" Type="http://schemas.openxmlformats.org/officeDocument/2006/relationships/hyperlink"/><Relationship Id="rId8" Target="https://www.canva.com/design/DAG4TgTkOrg/-KXnmWuICYPIcErKWwj4CQ/edit" TargetMode="External" Type="http://schemas.openxmlformats.org/officeDocument/2006/relationships/hyperlink"/><Relationship Id="rId9" Target="https://www.canva.com/design/DAG4TgTkOrg/-KXnmWuICYPIcErKWwj4CQ/edit" TargetMode="External" Type="http://schemas.openxmlformats.org/officeDocument/2006/relationships/hyperlink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Relationship Id="rId3" Target="../media/image91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2.png" Type="http://schemas.openxmlformats.org/officeDocument/2006/relationships/image"/><Relationship Id="rId9" Target="../media/image93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svg" Type="http://schemas.openxmlformats.org/officeDocument/2006/relationships/image"/><Relationship Id="rId2" Target="../media/image94.png" Type="http://schemas.openxmlformats.org/officeDocument/2006/relationships/image"/><Relationship Id="rId3" Target="../media/image95.sv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svg" Type="http://schemas.openxmlformats.org/officeDocument/2006/relationships/image"/><Relationship Id="rId8" Target="../media/image100.jpe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jpeg" Type="http://schemas.openxmlformats.org/officeDocument/2006/relationships/image"/><Relationship Id="rId2" Target="../media/image94.png" Type="http://schemas.openxmlformats.org/officeDocument/2006/relationships/image"/><Relationship Id="rId3" Target="../media/image95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jpeg" Type="http://schemas.openxmlformats.org/officeDocument/2006/relationships/image"/><Relationship Id="rId2" Target="../media/image94.png" Type="http://schemas.openxmlformats.org/officeDocument/2006/relationships/image"/><Relationship Id="rId3" Target="../media/image95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8.png" Type="http://schemas.openxmlformats.org/officeDocument/2006/relationships/image"/><Relationship Id="rId7" Target="../media/image109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1.png" Type="http://schemas.openxmlformats.org/officeDocument/2006/relationships/image"/><Relationship Id="rId3" Target="../media/image112.svg" Type="http://schemas.openxmlformats.org/officeDocument/2006/relationships/image"/><Relationship Id="rId4" Target="../media/image113.png" Type="http://schemas.openxmlformats.org/officeDocument/2006/relationships/image"/><Relationship Id="rId5" Target="../media/image1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767584" cy="1395984"/>
          </a:xfrm>
          <a:custGeom>
            <a:avLst/>
            <a:gdLst/>
            <a:ahLst/>
            <a:cxnLst/>
            <a:rect r="r" b="b" t="t" l="l"/>
            <a:pathLst>
              <a:path h="1395984" w="2767584">
                <a:moveTo>
                  <a:pt x="0" y="0"/>
                </a:moveTo>
                <a:lnTo>
                  <a:pt x="2767584" y="0"/>
                </a:lnTo>
                <a:lnTo>
                  <a:pt x="2767584" y="1395984"/>
                </a:lnTo>
                <a:lnTo>
                  <a:pt x="0" y="1395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220968"/>
            <a:ext cx="1938528" cy="4066032"/>
          </a:xfrm>
          <a:custGeom>
            <a:avLst/>
            <a:gdLst/>
            <a:ahLst/>
            <a:cxnLst/>
            <a:rect r="r" b="b" t="t" l="l"/>
            <a:pathLst>
              <a:path h="4066032" w="1938528">
                <a:moveTo>
                  <a:pt x="0" y="0"/>
                </a:moveTo>
                <a:lnTo>
                  <a:pt x="1938528" y="0"/>
                </a:lnTo>
                <a:lnTo>
                  <a:pt x="1938528" y="4066032"/>
                </a:lnTo>
                <a:lnTo>
                  <a:pt x="0" y="4066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218937" y="6760969"/>
            <a:ext cx="723757" cy="712356"/>
            <a:chOff x="0" y="0"/>
            <a:chExt cx="723760" cy="7123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6421" y="64008"/>
              <a:ext cx="593217" cy="584835"/>
            </a:xfrm>
            <a:custGeom>
              <a:avLst/>
              <a:gdLst/>
              <a:ahLst/>
              <a:cxnLst/>
              <a:rect r="r" b="b" t="t" l="l"/>
              <a:pathLst>
                <a:path h="584835" w="593217">
                  <a:moveTo>
                    <a:pt x="0" y="0"/>
                  </a:moveTo>
                  <a:lnTo>
                    <a:pt x="176022" y="584835"/>
                  </a:lnTo>
                  <a:lnTo>
                    <a:pt x="593217" y="145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1920" y="116713"/>
              <a:ext cx="422021" cy="416052"/>
            </a:xfrm>
            <a:custGeom>
              <a:avLst/>
              <a:gdLst/>
              <a:ahLst/>
              <a:cxnLst/>
              <a:rect r="r" b="b" t="t" l="l"/>
              <a:pathLst>
                <a:path h="416052" w="422021">
                  <a:moveTo>
                    <a:pt x="0" y="0"/>
                  </a:moveTo>
                  <a:lnTo>
                    <a:pt x="0" y="0"/>
                  </a:lnTo>
                  <a:lnTo>
                    <a:pt x="125222" y="416052"/>
                  </a:lnTo>
                  <a:lnTo>
                    <a:pt x="422021" y="10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7F7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947787" y="6052928"/>
            <a:ext cx="9045283" cy="193672"/>
            <a:chOff x="0" y="0"/>
            <a:chExt cx="9045283" cy="193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8906002" cy="66548"/>
            </a:xfrm>
            <a:custGeom>
              <a:avLst/>
              <a:gdLst/>
              <a:ahLst/>
              <a:cxnLst/>
              <a:rect r="r" b="b" t="t" l="l"/>
              <a:pathLst>
                <a:path h="66548" w="8906002">
                  <a:moveTo>
                    <a:pt x="127" y="0"/>
                  </a:moveTo>
                  <a:lnTo>
                    <a:pt x="143002" y="254"/>
                  </a:lnTo>
                  <a:lnTo>
                    <a:pt x="142875" y="47879"/>
                  </a:lnTo>
                  <a:lnTo>
                    <a:pt x="0" y="47625"/>
                  </a:lnTo>
                  <a:moveTo>
                    <a:pt x="190627" y="381"/>
                  </a:moveTo>
                  <a:lnTo>
                    <a:pt x="333502" y="635"/>
                  </a:lnTo>
                  <a:lnTo>
                    <a:pt x="333375" y="48260"/>
                  </a:lnTo>
                  <a:lnTo>
                    <a:pt x="190500" y="48006"/>
                  </a:lnTo>
                  <a:moveTo>
                    <a:pt x="381127" y="762"/>
                  </a:moveTo>
                  <a:lnTo>
                    <a:pt x="524002" y="1016"/>
                  </a:lnTo>
                  <a:lnTo>
                    <a:pt x="523875" y="48641"/>
                  </a:lnTo>
                  <a:lnTo>
                    <a:pt x="381000" y="48387"/>
                  </a:lnTo>
                  <a:moveTo>
                    <a:pt x="571627" y="1270"/>
                  </a:moveTo>
                  <a:lnTo>
                    <a:pt x="714502" y="1524"/>
                  </a:lnTo>
                  <a:lnTo>
                    <a:pt x="714375" y="49149"/>
                  </a:lnTo>
                  <a:lnTo>
                    <a:pt x="571500" y="48895"/>
                  </a:lnTo>
                  <a:moveTo>
                    <a:pt x="762127" y="1651"/>
                  </a:moveTo>
                  <a:lnTo>
                    <a:pt x="905002" y="1905"/>
                  </a:lnTo>
                  <a:lnTo>
                    <a:pt x="904875" y="49530"/>
                  </a:lnTo>
                  <a:lnTo>
                    <a:pt x="762000" y="49276"/>
                  </a:lnTo>
                  <a:moveTo>
                    <a:pt x="952627" y="2032"/>
                  </a:moveTo>
                  <a:lnTo>
                    <a:pt x="1095502" y="2286"/>
                  </a:lnTo>
                  <a:lnTo>
                    <a:pt x="1095375" y="49911"/>
                  </a:lnTo>
                  <a:lnTo>
                    <a:pt x="952500" y="49657"/>
                  </a:lnTo>
                  <a:moveTo>
                    <a:pt x="1143127" y="2413"/>
                  </a:moveTo>
                  <a:lnTo>
                    <a:pt x="1286002" y="2667"/>
                  </a:lnTo>
                  <a:lnTo>
                    <a:pt x="1285875" y="50292"/>
                  </a:lnTo>
                  <a:lnTo>
                    <a:pt x="1143000" y="50038"/>
                  </a:lnTo>
                  <a:moveTo>
                    <a:pt x="1333627" y="2794"/>
                  </a:moveTo>
                  <a:lnTo>
                    <a:pt x="1476502" y="3048"/>
                  </a:lnTo>
                  <a:lnTo>
                    <a:pt x="1476375" y="50800"/>
                  </a:lnTo>
                  <a:lnTo>
                    <a:pt x="1333500" y="50419"/>
                  </a:lnTo>
                  <a:moveTo>
                    <a:pt x="1524127" y="3175"/>
                  </a:moveTo>
                  <a:lnTo>
                    <a:pt x="1667002" y="3429"/>
                  </a:lnTo>
                  <a:lnTo>
                    <a:pt x="1666875" y="51054"/>
                  </a:lnTo>
                  <a:lnTo>
                    <a:pt x="1524000" y="50927"/>
                  </a:lnTo>
                  <a:moveTo>
                    <a:pt x="1714627" y="3683"/>
                  </a:moveTo>
                  <a:lnTo>
                    <a:pt x="1857502" y="3937"/>
                  </a:lnTo>
                  <a:lnTo>
                    <a:pt x="1857375" y="51562"/>
                  </a:lnTo>
                  <a:lnTo>
                    <a:pt x="1714500" y="51308"/>
                  </a:lnTo>
                  <a:moveTo>
                    <a:pt x="1905127" y="4064"/>
                  </a:moveTo>
                  <a:lnTo>
                    <a:pt x="2048002" y="4318"/>
                  </a:lnTo>
                  <a:lnTo>
                    <a:pt x="2047875" y="51943"/>
                  </a:lnTo>
                  <a:lnTo>
                    <a:pt x="1905000" y="51689"/>
                  </a:lnTo>
                  <a:moveTo>
                    <a:pt x="2095627" y="4445"/>
                  </a:moveTo>
                  <a:lnTo>
                    <a:pt x="2238502" y="4699"/>
                  </a:lnTo>
                  <a:lnTo>
                    <a:pt x="2238375" y="52324"/>
                  </a:lnTo>
                  <a:lnTo>
                    <a:pt x="2095500" y="52070"/>
                  </a:lnTo>
                  <a:moveTo>
                    <a:pt x="2286127" y="4826"/>
                  </a:moveTo>
                  <a:lnTo>
                    <a:pt x="2429002" y="5080"/>
                  </a:lnTo>
                  <a:lnTo>
                    <a:pt x="2428875" y="52705"/>
                  </a:lnTo>
                  <a:lnTo>
                    <a:pt x="2286000" y="52451"/>
                  </a:lnTo>
                  <a:moveTo>
                    <a:pt x="2476627" y="5207"/>
                  </a:moveTo>
                  <a:lnTo>
                    <a:pt x="2619502" y="5461"/>
                  </a:lnTo>
                  <a:lnTo>
                    <a:pt x="2619375" y="53086"/>
                  </a:lnTo>
                  <a:lnTo>
                    <a:pt x="2476500" y="52959"/>
                  </a:lnTo>
                  <a:moveTo>
                    <a:pt x="2667127" y="5715"/>
                  </a:moveTo>
                  <a:lnTo>
                    <a:pt x="2810002" y="5969"/>
                  </a:lnTo>
                  <a:lnTo>
                    <a:pt x="2809875" y="53594"/>
                  </a:lnTo>
                  <a:lnTo>
                    <a:pt x="2667000" y="53340"/>
                  </a:lnTo>
                  <a:moveTo>
                    <a:pt x="2857627" y="6096"/>
                  </a:moveTo>
                  <a:lnTo>
                    <a:pt x="3000502" y="6350"/>
                  </a:lnTo>
                  <a:lnTo>
                    <a:pt x="3000375" y="53975"/>
                  </a:lnTo>
                  <a:lnTo>
                    <a:pt x="2857500" y="53721"/>
                  </a:lnTo>
                  <a:moveTo>
                    <a:pt x="3048127" y="6477"/>
                  </a:moveTo>
                  <a:lnTo>
                    <a:pt x="3191002" y="6731"/>
                  </a:lnTo>
                  <a:lnTo>
                    <a:pt x="3190875" y="54356"/>
                  </a:lnTo>
                  <a:lnTo>
                    <a:pt x="3048000" y="54102"/>
                  </a:lnTo>
                  <a:moveTo>
                    <a:pt x="3238627" y="6858"/>
                  </a:moveTo>
                  <a:lnTo>
                    <a:pt x="3381502" y="7112"/>
                  </a:lnTo>
                  <a:lnTo>
                    <a:pt x="3381375" y="54737"/>
                  </a:lnTo>
                  <a:lnTo>
                    <a:pt x="3238500" y="54483"/>
                  </a:lnTo>
                  <a:moveTo>
                    <a:pt x="3429127" y="7239"/>
                  </a:moveTo>
                  <a:lnTo>
                    <a:pt x="3572002" y="7493"/>
                  </a:lnTo>
                  <a:lnTo>
                    <a:pt x="3571875" y="55118"/>
                  </a:lnTo>
                  <a:lnTo>
                    <a:pt x="3429000" y="54991"/>
                  </a:lnTo>
                  <a:moveTo>
                    <a:pt x="3619627" y="7747"/>
                  </a:moveTo>
                  <a:lnTo>
                    <a:pt x="3762502" y="8001"/>
                  </a:lnTo>
                  <a:lnTo>
                    <a:pt x="3762375" y="55626"/>
                  </a:lnTo>
                  <a:lnTo>
                    <a:pt x="3619500" y="55372"/>
                  </a:lnTo>
                  <a:moveTo>
                    <a:pt x="3810127" y="8128"/>
                  </a:moveTo>
                  <a:lnTo>
                    <a:pt x="3953002" y="8382"/>
                  </a:lnTo>
                  <a:lnTo>
                    <a:pt x="3952875" y="56007"/>
                  </a:lnTo>
                  <a:lnTo>
                    <a:pt x="3810000" y="55753"/>
                  </a:lnTo>
                  <a:moveTo>
                    <a:pt x="4000627" y="8509"/>
                  </a:moveTo>
                  <a:lnTo>
                    <a:pt x="4143502" y="8763"/>
                  </a:lnTo>
                  <a:lnTo>
                    <a:pt x="4143375" y="56388"/>
                  </a:lnTo>
                  <a:lnTo>
                    <a:pt x="4000500" y="56134"/>
                  </a:lnTo>
                  <a:moveTo>
                    <a:pt x="4191127" y="8890"/>
                  </a:moveTo>
                  <a:lnTo>
                    <a:pt x="4334002" y="9144"/>
                  </a:lnTo>
                  <a:lnTo>
                    <a:pt x="4333875" y="56769"/>
                  </a:lnTo>
                  <a:lnTo>
                    <a:pt x="4191000" y="56515"/>
                  </a:lnTo>
                  <a:moveTo>
                    <a:pt x="4381627" y="9271"/>
                  </a:moveTo>
                  <a:lnTo>
                    <a:pt x="4524502" y="9525"/>
                  </a:lnTo>
                  <a:lnTo>
                    <a:pt x="4524375" y="57150"/>
                  </a:lnTo>
                  <a:lnTo>
                    <a:pt x="4381500" y="57023"/>
                  </a:lnTo>
                  <a:moveTo>
                    <a:pt x="4572127" y="9779"/>
                  </a:moveTo>
                  <a:lnTo>
                    <a:pt x="4715002" y="10033"/>
                  </a:lnTo>
                  <a:lnTo>
                    <a:pt x="4714875" y="57658"/>
                  </a:lnTo>
                  <a:lnTo>
                    <a:pt x="4572000" y="57404"/>
                  </a:lnTo>
                  <a:moveTo>
                    <a:pt x="4762627" y="10160"/>
                  </a:moveTo>
                  <a:lnTo>
                    <a:pt x="4905502" y="10414"/>
                  </a:lnTo>
                  <a:lnTo>
                    <a:pt x="4905375" y="58039"/>
                  </a:lnTo>
                  <a:lnTo>
                    <a:pt x="4762500" y="57785"/>
                  </a:lnTo>
                  <a:moveTo>
                    <a:pt x="4953127" y="10541"/>
                  </a:moveTo>
                  <a:lnTo>
                    <a:pt x="5096002" y="10795"/>
                  </a:lnTo>
                  <a:lnTo>
                    <a:pt x="5095875" y="58420"/>
                  </a:lnTo>
                  <a:lnTo>
                    <a:pt x="4953000" y="58166"/>
                  </a:lnTo>
                  <a:moveTo>
                    <a:pt x="5143627" y="10922"/>
                  </a:moveTo>
                  <a:lnTo>
                    <a:pt x="5286502" y="11176"/>
                  </a:lnTo>
                  <a:lnTo>
                    <a:pt x="5286375" y="58801"/>
                  </a:lnTo>
                  <a:lnTo>
                    <a:pt x="5143500" y="58674"/>
                  </a:lnTo>
                  <a:moveTo>
                    <a:pt x="5334127" y="11430"/>
                  </a:moveTo>
                  <a:lnTo>
                    <a:pt x="5477002" y="11684"/>
                  </a:lnTo>
                  <a:lnTo>
                    <a:pt x="5476875" y="59309"/>
                  </a:lnTo>
                  <a:lnTo>
                    <a:pt x="5334000" y="59055"/>
                  </a:lnTo>
                  <a:moveTo>
                    <a:pt x="5524627" y="11811"/>
                  </a:moveTo>
                  <a:lnTo>
                    <a:pt x="5667502" y="12065"/>
                  </a:lnTo>
                  <a:lnTo>
                    <a:pt x="5667375" y="59690"/>
                  </a:lnTo>
                  <a:lnTo>
                    <a:pt x="5524500" y="59436"/>
                  </a:lnTo>
                  <a:moveTo>
                    <a:pt x="5715127" y="12192"/>
                  </a:moveTo>
                  <a:lnTo>
                    <a:pt x="5858002" y="12446"/>
                  </a:lnTo>
                  <a:lnTo>
                    <a:pt x="5857875" y="60071"/>
                  </a:lnTo>
                  <a:lnTo>
                    <a:pt x="5715000" y="59817"/>
                  </a:lnTo>
                  <a:moveTo>
                    <a:pt x="5905627" y="12573"/>
                  </a:moveTo>
                  <a:lnTo>
                    <a:pt x="6048502" y="12827"/>
                  </a:lnTo>
                  <a:lnTo>
                    <a:pt x="6048375" y="60452"/>
                  </a:lnTo>
                  <a:lnTo>
                    <a:pt x="5905500" y="60198"/>
                  </a:lnTo>
                  <a:moveTo>
                    <a:pt x="6096127" y="12954"/>
                  </a:moveTo>
                  <a:lnTo>
                    <a:pt x="6239002" y="13208"/>
                  </a:lnTo>
                  <a:lnTo>
                    <a:pt x="6238875" y="60833"/>
                  </a:lnTo>
                  <a:lnTo>
                    <a:pt x="6096000" y="60706"/>
                  </a:lnTo>
                  <a:moveTo>
                    <a:pt x="6286627" y="13462"/>
                  </a:moveTo>
                  <a:lnTo>
                    <a:pt x="6429502" y="13716"/>
                  </a:lnTo>
                  <a:lnTo>
                    <a:pt x="6429375" y="61341"/>
                  </a:lnTo>
                  <a:lnTo>
                    <a:pt x="6286500" y="61087"/>
                  </a:lnTo>
                  <a:moveTo>
                    <a:pt x="6477127" y="13843"/>
                  </a:moveTo>
                  <a:lnTo>
                    <a:pt x="6620002" y="14097"/>
                  </a:lnTo>
                  <a:lnTo>
                    <a:pt x="6619875" y="61722"/>
                  </a:lnTo>
                  <a:lnTo>
                    <a:pt x="6477000" y="61468"/>
                  </a:lnTo>
                  <a:moveTo>
                    <a:pt x="6667627" y="14224"/>
                  </a:moveTo>
                  <a:lnTo>
                    <a:pt x="6810502" y="14478"/>
                  </a:lnTo>
                  <a:lnTo>
                    <a:pt x="6810375" y="62103"/>
                  </a:lnTo>
                  <a:lnTo>
                    <a:pt x="6667500" y="61849"/>
                  </a:lnTo>
                  <a:moveTo>
                    <a:pt x="6858127" y="14605"/>
                  </a:moveTo>
                  <a:lnTo>
                    <a:pt x="7001002" y="14859"/>
                  </a:lnTo>
                  <a:lnTo>
                    <a:pt x="7000875" y="62484"/>
                  </a:lnTo>
                  <a:lnTo>
                    <a:pt x="6858000" y="62230"/>
                  </a:lnTo>
                  <a:moveTo>
                    <a:pt x="7048627" y="14986"/>
                  </a:moveTo>
                  <a:lnTo>
                    <a:pt x="7191502" y="15240"/>
                  </a:lnTo>
                  <a:lnTo>
                    <a:pt x="7191375" y="62865"/>
                  </a:lnTo>
                  <a:lnTo>
                    <a:pt x="7048500" y="62738"/>
                  </a:lnTo>
                  <a:moveTo>
                    <a:pt x="7239127" y="15494"/>
                  </a:moveTo>
                  <a:lnTo>
                    <a:pt x="7382002" y="15748"/>
                  </a:lnTo>
                  <a:lnTo>
                    <a:pt x="7381875" y="63373"/>
                  </a:lnTo>
                  <a:lnTo>
                    <a:pt x="7239000" y="63119"/>
                  </a:lnTo>
                  <a:moveTo>
                    <a:pt x="7429627" y="15875"/>
                  </a:moveTo>
                  <a:lnTo>
                    <a:pt x="7572502" y="16129"/>
                  </a:lnTo>
                  <a:lnTo>
                    <a:pt x="7572375" y="63754"/>
                  </a:lnTo>
                  <a:lnTo>
                    <a:pt x="7429500" y="63500"/>
                  </a:lnTo>
                  <a:moveTo>
                    <a:pt x="7620127" y="16256"/>
                  </a:moveTo>
                  <a:lnTo>
                    <a:pt x="7763002" y="16510"/>
                  </a:lnTo>
                  <a:lnTo>
                    <a:pt x="7762875" y="64135"/>
                  </a:lnTo>
                  <a:lnTo>
                    <a:pt x="7620000" y="63881"/>
                  </a:lnTo>
                  <a:moveTo>
                    <a:pt x="7810627" y="16637"/>
                  </a:moveTo>
                  <a:lnTo>
                    <a:pt x="7953502" y="16891"/>
                  </a:lnTo>
                  <a:lnTo>
                    <a:pt x="7953375" y="64516"/>
                  </a:lnTo>
                  <a:lnTo>
                    <a:pt x="7810500" y="64262"/>
                  </a:lnTo>
                  <a:moveTo>
                    <a:pt x="8001127" y="17018"/>
                  </a:moveTo>
                  <a:lnTo>
                    <a:pt x="8144002" y="17272"/>
                  </a:lnTo>
                  <a:lnTo>
                    <a:pt x="8143875" y="64897"/>
                  </a:lnTo>
                  <a:lnTo>
                    <a:pt x="8001000" y="64770"/>
                  </a:lnTo>
                  <a:moveTo>
                    <a:pt x="8191627" y="17526"/>
                  </a:moveTo>
                  <a:lnTo>
                    <a:pt x="8334502" y="17780"/>
                  </a:lnTo>
                  <a:lnTo>
                    <a:pt x="8334375" y="65405"/>
                  </a:lnTo>
                  <a:lnTo>
                    <a:pt x="8191500" y="65151"/>
                  </a:lnTo>
                  <a:moveTo>
                    <a:pt x="8382127" y="17907"/>
                  </a:moveTo>
                  <a:lnTo>
                    <a:pt x="8525002" y="18161"/>
                  </a:lnTo>
                  <a:lnTo>
                    <a:pt x="8524875" y="65786"/>
                  </a:lnTo>
                  <a:lnTo>
                    <a:pt x="8382000" y="65532"/>
                  </a:lnTo>
                  <a:moveTo>
                    <a:pt x="8572627" y="18288"/>
                  </a:moveTo>
                  <a:lnTo>
                    <a:pt x="8715502" y="18542"/>
                  </a:lnTo>
                  <a:lnTo>
                    <a:pt x="8715375" y="66167"/>
                  </a:lnTo>
                  <a:lnTo>
                    <a:pt x="8572500" y="65913"/>
                  </a:lnTo>
                  <a:moveTo>
                    <a:pt x="8763127" y="18669"/>
                  </a:moveTo>
                  <a:lnTo>
                    <a:pt x="8906002" y="18923"/>
                  </a:lnTo>
                  <a:lnTo>
                    <a:pt x="8905875" y="66548"/>
                  </a:lnTo>
                  <a:lnTo>
                    <a:pt x="8763000" y="66294"/>
                  </a:ln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8918321" cy="66675"/>
            </a:xfrm>
            <a:custGeom>
              <a:avLst/>
              <a:gdLst/>
              <a:ahLst/>
              <a:cxnLst/>
              <a:rect r="r" b="b" t="t" l="l"/>
              <a:pathLst>
                <a:path h="66675" w="8918321">
                  <a:moveTo>
                    <a:pt x="0" y="66675"/>
                  </a:moveTo>
                  <a:lnTo>
                    <a:pt x="8918321" y="66675"/>
                  </a:lnTo>
                  <a:lnTo>
                    <a:pt x="89183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781281" y="-63503"/>
            <a:ext cx="7570213" cy="10413997"/>
          </a:xfrm>
          <a:custGeom>
            <a:avLst/>
            <a:gdLst/>
            <a:ahLst/>
            <a:cxnLst/>
            <a:rect r="r" b="b" t="t" l="l"/>
            <a:pathLst>
              <a:path h="10413997" w="7570213">
                <a:moveTo>
                  <a:pt x="0" y="0"/>
                </a:moveTo>
                <a:lnTo>
                  <a:pt x="7570213" y="0"/>
                </a:lnTo>
                <a:lnTo>
                  <a:pt x="7570213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8180" y="3273695"/>
            <a:ext cx="12384672" cy="124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7"/>
              </a:lnSpc>
            </a:pPr>
            <a:r>
              <a:rPr lang="en-US" b="true" sz="7048">
                <a:solidFill>
                  <a:srgbClr val="86B4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CAR FOLLOW SIGNS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11300" y="5222567"/>
            <a:ext cx="8985771" cy="122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3"/>
              </a:lnSpc>
            </a:pPr>
            <a:r>
              <a:rPr lang="en-US" b="true" sz="12047" spc="2457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89930" y="6930600"/>
            <a:ext cx="101737" cy="99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b="true" sz="3399" i="true">
                <a:solidFill>
                  <a:srgbClr val="86B4C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62891" y="7213425"/>
            <a:ext cx="3199409" cy="62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6"/>
              </a:lnSpc>
            </a:pPr>
            <a:r>
              <a:rPr lang="en-US" b="true" sz="33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ศุุภเมธจันัทร์ส์กุลุ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62891" y="7813500"/>
            <a:ext cx="1806902" cy="6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6"/>
              </a:lnSpc>
            </a:pPr>
            <a:r>
              <a:rPr lang="en-US" b="true" sz="33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บุุญชูู</a:t>
            </a:r>
            <a:r>
              <a:rPr lang="en-US" b="true" sz="3399" i="true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33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เจิง </a:t>
            </a:r>
            <a:r>
              <a:rPr lang="en-US" b="true" sz="3399" i="true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62891" y="8489775"/>
            <a:ext cx="4520565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b="true" sz="33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สาขาระบบสมองกลฝง ตััว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99295" y="7283025"/>
            <a:ext cx="2089204" cy="6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99" i="true">
                <a:solidFill>
                  <a:srgbClr val="86B4C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63050176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34360" y="7883100"/>
            <a:ext cx="2138963" cy="6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99" i="true">
                <a:solidFill>
                  <a:srgbClr val="86B4C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63050618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60532"/>
            <a:ext cx="796414" cy="7565898"/>
          </a:xfrm>
          <a:custGeom>
            <a:avLst/>
            <a:gdLst/>
            <a:ahLst/>
            <a:cxnLst/>
            <a:rect r="r" b="b" t="t" l="l"/>
            <a:pathLst>
              <a:path h="7565898" w="796414">
                <a:moveTo>
                  <a:pt x="0" y="0"/>
                </a:moveTo>
                <a:lnTo>
                  <a:pt x="796414" y="0"/>
                </a:lnTo>
                <a:lnTo>
                  <a:pt x="796414" y="7565898"/>
                </a:lnTo>
                <a:lnTo>
                  <a:pt x="0" y="7565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5501" y="1548765"/>
            <a:ext cx="9045245" cy="174622"/>
          </a:xfrm>
          <a:custGeom>
            <a:avLst/>
            <a:gdLst/>
            <a:ahLst/>
            <a:cxnLst/>
            <a:rect r="r" b="b" t="t" l="l"/>
            <a:pathLst>
              <a:path h="174622" w="9045245">
                <a:moveTo>
                  <a:pt x="0" y="0"/>
                </a:moveTo>
                <a:lnTo>
                  <a:pt x="9045245" y="0"/>
                </a:lnTo>
                <a:lnTo>
                  <a:pt x="9045245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91586" y="1360532"/>
            <a:ext cx="796414" cy="7565898"/>
          </a:xfrm>
          <a:custGeom>
            <a:avLst/>
            <a:gdLst/>
            <a:ahLst/>
            <a:cxnLst/>
            <a:rect r="r" b="b" t="t" l="l"/>
            <a:pathLst>
              <a:path h="7565898" w="796414">
                <a:moveTo>
                  <a:pt x="0" y="0"/>
                </a:moveTo>
                <a:lnTo>
                  <a:pt x="796414" y="0"/>
                </a:lnTo>
                <a:lnTo>
                  <a:pt x="796414" y="7565898"/>
                </a:lnTo>
                <a:lnTo>
                  <a:pt x="0" y="7565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07160" y="303238"/>
            <a:ext cx="2347865" cy="139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0"/>
              </a:lnSpc>
            </a:pPr>
            <a:r>
              <a:rPr lang="en-US" b="true" sz="7700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คํํา</a:t>
            </a:r>
            <a:r>
              <a:rPr lang="en-US" b="true" sz="7700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7700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นําํ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967" y="2485615"/>
            <a:ext cx="18094204" cy="48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ในป จจุุบันั เทคโนโลยียีานยนต์์ขับัเคลืื อนอััตโนมัติัิ (Autonomous Vehicles) ได้ร้ับัการพัฒันาอย่า่งก้้าวกระโดด และถูกูมองว่า่เปน ป จจัยัสําํคััญ ในการยกระดับัระบบขนส่ง่และโลจิสิติิกส์ใ์นอนาคต อย่า่งไรก็็ตาม การพัฒันารถยนต์์ไร้ค้นขับัขนาดจริงินน ัมีค่ี่าใช้จ้่า่ยและความเสีย งด้า้นความ</a:t>
            </a:r>
          </a:p>
          <a:p>
            <a:pPr algn="ctr">
              <a:lnSpc>
                <a:spcPts val="302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ปลอดภััยสูงู การสร้า้งระบบจําํลองเพื อทดสอบและพัฒันาอััลกอริทึิึมจึงึเปน แนวทางทีี จําํเปน </a:t>
            </a:r>
          </a:p>
          <a:p>
            <a:pPr algn="ctr">
              <a:lnSpc>
                <a:spcPts val="417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จากการศึึกษาและวิเิคราะห์ป์ ญหาทางวิศิวกรรม คณะผู้จ้ัดัทํําพบว่า่ระบบจําํลองทีี มีอียูู่ย่ังัคงมีขี้อ้จําํกััด โดยเฉพาะอย่า่งยิง ในส่ว่นของความสามารถใน</a:t>
            </a:r>
          </a:p>
          <a:p>
            <a:pPr algn="ctr">
              <a:lnSpc>
                <a:spcPts val="243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 จดจําํและตอบสนองต่่อปา ยจราจร ได้อ้ย่า่งรวดเร็ว็และแม่น่ยําํ ซึ งเปน หัวัใจสําํคััญของการขับัเคลืื อนอััตโนมัติัิทีี ปลอดภััย</a:t>
            </a:r>
          </a:p>
          <a:p>
            <a:pPr algn="ctr">
              <a:lnSpc>
                <a:spcPts val="474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ดังันน ั คณะผู้จ้ัดัทํําจึงึได้จ้ัดัทํํา แบบรายงานทางเทคนิคิ โครงงาน "รถเดินิตามปา ยจราจร" ฉบับันีขึ  น โดยมีวีัตัถุปุระสงค์์เพื อพัฒันาและสร้า้งรถ</a:t>
            </a:r>
          </a:p>
          <a:p>
            <a:pPr algn="ctr">
              <a:lnSpc>
                <a:spcPts val="215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จําํลองขนาดเล็็กทีี ใช้ร้ะบบสมองกลฝ งตััว (Embedded System) Raspberry Pi 5 และเทคนิคิการประมวลผลภาพขน ัสูงู YOLOv8 (Deep</a:t>
            </a:r>
          </a:p>
          <a:p>
            <a:pPr algn="ctr">
              <a:lnSpc>
                <a:spcPts val="474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Learning) ในการตรวจจับัปา ยจราจรและสัง การให้ร้ถปฏิิบัติัิตามได้อ้ย่า่งถูกูต้้องตามข้อ้กํําหนดทีี ตัง ัไว้</a:t>
            </a:r>
          </a:p>
          <a:p>
            <a:pPr algn="ctr">
              <a:lnSpc>
                <a:spcPts val="215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รายงานฉบับันีค รอบคลุมุรายละเอีียดตัง ัแต่่การวิเิคราะห์แ์ละกํําหนดทีี มาของป ญหา ทฤษฎีีพื นฐานทีี เกีี ยวข้อ้ง (การประมวลผลภาพและการควบคุมุ</a:t>
            </a:r>
          </a:p>
          <a:p>
            <a:pPr algn="ctr">
              <a:lnSpc>
                <a:spcPts val="475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ฮาร์ด์แวร์)์ การออกแบบและการพัฒันา ไปจนถึึงผลการทดสอบโครงงาน หวังัเปน อย่า่งยิง ว่า่รายงานฉบับันีจ ะเปน ประโยชน์แ์ละเปน แนวทางในการ</a:t>
            </a:r>
          </a:p>
          <a:p>
            <a:pPr algn="ctr">
              <a:lnSpc>
                <a:spcPts val="214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ศึึกษาเพื อพัฒันาเทคโนโลยีดี้า้นยานยนต์์ขับัเคลืื อนอััตโนมัติัิให้ม้ีปีระสิทิธิภิาพมากยิง ขึ นต่่อไป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08138"/>
            <a:ext cx="2204152" cy="132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ส่ว่นทีี 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9947" y="2051790"/>
            <a:ext cx="7648785" cy="186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8"/>
              </a:lnSpc>
            </a:pPr>
            <a:r>
              <a:rPr lang="en-US" b="true" sz="6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ปญ หาและความสําํคััญ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295" y="4549321"/>
            <a:ext cx="8496576" cy="186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8"/>
              </a:lnSpc>
            </a:pPr>
            <a:r>
              <a:rPr lang="en-US" b="true" sz="6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วัตัถุปุระสงค์์และขอบเขต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9599" y="4442003"/>
            <a:ext cx="316611" cy="122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59020" y="5452396"/>
            <a:ext cx="329746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49352" y="2892304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60532"/>
            <a:ext cx="796414" cy="7565898"/>
          </a:xfrm>
          <a:custGeom>
            <a:avLst/>
            <a:gdLst/>
            <a:ahLst/>
            <a:cxnLst/>
            <a:rect r="r" b="b" t="t" l="l"/>
            <a:pathLst>
              <a:path h="7565898" w="796414">
                <a:moveTo>
                  <a:pt x="0" y="0"/>
                </a:moveTo>
                <a:lnTo>
                  <a:pt x="796414" y="0"/>
                </a:lnTo>
                <a:lnTo>
                  <a:pt x="796414" y="7565898"/>
                </a:lnTo>
                <a:lnTo>
                  <a:pt x="0" y="7565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31491" y="4507116"/>
            <a:ext cx="114300" cy="114300"/>
            <a:chOff x="0" y="0"/>
            <a:chExt cx="114300" cy="114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31491" y="4945266"/>
            <a:ext cx="114300" cy="114300"/>
            <a:chOff x="0" y="0"/>
            <a:chExt cx="114300" cy="114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31491" y="6259716"/>
            <a:ext cx="114300" cy="114300"/>
            <a:chOff x="0" y="0"/>
            <a:chExt cx="114300" cy="114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31491" y="6697866"/>
            <a:ext cx="114300" cy="114300"/>
            <a:chOff x="0" y="0"/>
            <a:chExt cx="114300" cy="114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235501" y="1548765"/>
            <a:ext cx="9045245" cy="174622"/>
          </a:xfrm>
          <a:custGeom>
            <a:avLst/>
            <a:gdLst/>
            <a:ahLst/>
            <a:cxnLst/>
            <a:rect r="r" b="b" t="t" l="l"/>
            <a:pathLst>
              <a:path h="174622" w="9045245">
                <a:moveTo>
                  <a:pt x="0" y="0"/>
                </a:moveTo>
                <a:lnTo>
                  <a:pt x="9045245" y="0"/>
                </a:lnTo>
                <a:lnTo>
                  <a:pt x="9045245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91586" y="1360532"/>
            <a:ext cx="796414" cy="7565898"/>
          </a:xfrm>
          <a:custGeom>
            <a:avLst/>
            <a:gdLst/>
            <a:ahLst/>
            <a:cxnLst/>
            <a:rect r="r" b="b" t="t" l="l"/>
            <a:pathLst>
              <a:path h="7565898" w="796414">
                <a:moveTo>
                  <a:pt x="0" y="0"/>
                </a:moveTo>
                <a:lnTo>
                  <a:pt x="796414" y="0"/>
                </a:lnTo>
                <a:lnTo>
                  <a:pt x="796414" y="7565898"/>
                </a:lnTo>
                <a:lnTo>
                  <a:pt x="0" y="7565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2200" y="303238"/>
            <a:ext cx="16347462" cy="311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ป ญหาและความสําํคััญ</a:t>
            </a:r>
          </a:p>
          <a:p>
            <a:pPr algn="ctr">
              <a:lnSpc>
                <a:spcPts val="351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ลัักษณะและทีี มาของปญ หาทางวิศิวกรรม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การพัฒันาระบบขนส่ง่ในยุุคป จจุุบันัมีคีวามจําํเปน ต้้องพึ งพา เทคโนโลยียีานยนต์์ขับัเคลืื อนอััตโนมัติัิมากขึ น หากการพัฒันาเหล่่านีห ยุุด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64105" y="3439906"/>
            <a:ext cx="7081818" cy="45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ชะงัักจะส่ง่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ผลกระทบให้เ้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กิิดความล่่าช้า้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และนําํ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ไปสู่ค่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วามสูญู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07039" y="3439906"/>
            <a:ext cx="6466913" cy="45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เสียี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ทางเศรษฐกิิจจากการขนส่ง่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ทีี ขาดประสิทิ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ธิภิ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าพได้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9849" y="3882819"/>
            <a:ext cx="3275886" cy="45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ปญ หาหลัักทางวิศิวกรรม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3974" y="4316206"/>
            <a:ext cx="16231457" cy="13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ค่่าใช้จ้่า่ยและความเสีย งสูงู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: การพัฒันารถยนต์์ไร้ค้นขับัขนาดจริงิมีค่ี่าใช้จ้่า่ยสูงูมาก และมีคีวามเสีย งด้า้นความปลอดภััยอย่า่งยิง </a:t>
            </a:r>
          </a:p>
          <a:p>
            <a:pPr algn="l">
              <a:lnSpc>
                <a:spcPts val="283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ข้อ้จําํกััดของระบบจําํลองทีี มีอียูู่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่: จากการสืบืค้้นข้อ้มููลและการศึึกษาพบว่า่ระบบจําํลองขนาดเล็็กทีี มีอียูู่ใ่นป จจุุบันัยังัไม่ส่ามารถแก้้ไข</a:t>
            </a:r>
          </a:p>
          <a:p>
            <a:pPr algn="l">
              <a:lnSpc>
                <a:spcPts val="406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 ญหาได้อ้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ย่า่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งสมบููรณ์โ์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ดยเฉพาะในส่ว่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นของการจดจําํ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และตอบสนองต่่อปา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ยจราจรซึ ง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ถืือเปน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หัวั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ใจสําํ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คััญของการขับั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เคลืื อนอััตโนมัติัิ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63987" y="5702094"/>
            <a:ext cx="3349057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ความสําํ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คััญของโครงงาน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6481" y="6021181"/>
            <a:ext cx="15583614" cy="98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เปา หมาย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: พัฒันารถจําํลองขนาดเล็็กให้ม้ีปีระสิทิธิภิาพในการจดจําํและปฏิิบัติัิตามปา ยจราจรให้ด้ีทีีี สุดุทีี จะทํําได้</a:t>
            </a:r>
          </a:p>
          <a:p>
            <a:pPr algn="ctr">
              <a:lnSpc>
                <a:spcPts val="3104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ระโยชน์ที์ี คาดหวังั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: รถจําํลองสามารถตอบสนองต่่อคํําสัง ให้ไ้ด้ดี้ีทีี สุดุทีี จะทํําได้ ้เพื อใช้เ้ปน เครื องมือืทีี สําํคััญในการพัฒันาต่่อไป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60532"/>
            <a:ext cx="796414" cy="7565898"/>
          </a:xfrm>
          <a:custGeom>
            <a:avLst/>
            <a:gdLst/>
            <a:ahLst/>
            <a:cxnLst/>
            <a:rect r="r" b="b" t="t" l="l"/>
            <a:pathLst>
              <a:path h="7565898" w="796414">
                <a:moveTo>
                  <a:pt x="0" y="0"/>
                </a:moveTo>
                <a:lnTo>
                  <a:pt x="796414" y="0"/>
                </a:lnTo>
                <a:lnTo>
                  <a:pt x="796414" y="7565898"/>
                </a:lnTo>
                <a:lnTo>
                  <a:pt x="0" y="7565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31491" y="3053572"/>
            <a:ext cx="114300" cy="114300"/>
            <a:chOff x="0" y="0"/>
            <a:chExt cx="114300" cy="114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31491" y="3929872"/>
            <a:ext cx="114300" cy="114300"/>
            <a:chOff x="0" y="0"/>
            <a:chExt cx="114300" cy="114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31491" y="4806172"/>
            <a:ext cx="114300" cy="114300"/>
            <a:chOff x="0" y="0"/>
            <a:chExt cx="114300" cy="114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31491" y="6558772"/>
            <a:ext cx="114300" cy="114300"/>
            <a:chOff x="0" y="0"/>
            <a:chExt cx="114300" cy="114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031491" y="6996922"/>
            <a:ext cx="114300" cy="114300"/>
            <a:chOff x="0" y="0"/>
            <a:chExt cx="114300" cy="114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235501" y="1548765"/>
            <a:ext cx="9045245" cy="174622"/>
          </a:xfrm>
          <a:custGeom>
            <a:avLst/>
            <a:gdLst/>
            <a:ahLst/>
            <a:cxnLst/>
            <a:rect r="r" b="b" t="t" l="l"/>
            <a:pathLst>
              <a:path h="174622" w="9045245">
                <a:moveTo>
                  <a:pt x="0" y="0"/>
                </a:moveTo>
                <a:lnTo>
                  <a:pt x="9045245" y="0"/>
                </a:lnTo>
                <a:lnTo>
                  <a:pt x="9045245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491586" y="1360532"/>
            <a:ext cx="796414" cy="7565898"/>
          </a:xfrm>
          <a:custGeom>
            <a:avLst/>
            <a:gdLst/>
            <a:ahLst/>
            <a:cxnLst/>
            <a:rect r="r" b="b" t="t" l="l"/>
            <a:pathLst>
              <a:path h="7565898" w="796414">
                <a:moveTo>
                  <a:pt x="0" y="0"/>
                </a:moveTo>
                <a:lnTo>
                  <a:pt x="796414" y="0"/>
                </a:lnTo>
                <a:lnTo>
                  <a:pt x="796414" y="7565898"/>
                </a:lnTo>
                <a:lnTo>
                  <a:pt x="0" y="7565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57983" y="303238"/>
            <a:ext cx="13357165" cy="139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0"/>
              </a:lnSpc>
            </a:pPr>
            <a:r>
              <a:rPr lang="en-US" b="true" sz="7700" spc="1070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วัตถุประสงค์์และขอบเขต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92510" y="2429275"/>
            <a:ext cx="378209" cy="45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วัตั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3289" y="2429275"/>
            <a:ext cx="407994" cy="45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ถุปุ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63273" y="2429275"/>
            <a:ext cx="872652" cy="45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ระสงค์์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4598" y="2862663"/>
            <a:ext cx="16158620" cy="264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พัฒนาระบบการจดจําํปา ยจราจร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: เพื อให้ร้ถจําํลองสามารถตรวจจับัและแยกแยะปา ยจราจรหลัักทีี กํําหนดไว้ ได้แ้ก่่ ปา ยหยุุด (Stop), ปา ยเลีี ยวขวา (Right), ปา ยเลีี ยวซ้า้ย (Left) และปา ยเดินิหน้า้ (Forward) 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พัฒันาระบบควบคุมุตััวรถและมอเตอร์ 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: เพื อพัฒันาระบบทีี สามารถควบคุมุการทํํางานของตััวรถและมอเตอร์ใ์ห้เ้ปน ไปตามคํําสัง ทีี ได้</a:t>
            </a:r>
          </a:p>
          <a:p>
            <a:pPr algn="ctr">
              <a:lnSpc>
                <a:spcPts val="288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รับัจากการประมวลผลของระบบ</a:t>
            </a:r>
          </a:p>
          <a:p>
            <a:pPr algn="ctr">
              <a:lnSpc>
                <a:spcPts val="4302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พัฒันารถให้้เคลืื อนไหวตามปา ยจราจร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: เพื อให้ร้ถจําํลองสามารถประมวลผลภาพจากกล้้อง, ตรวจจับัปา ยจราจร, และสัง การให้ร้ถ</a:t>
            </a:r>
          </a:p>
          <a:p>
            <a:pPr algn="ctr">
              <a:lnSpc>
                <a:spcPts val="231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เคลืื อนทีี หรือืหยุุดตามความหมายของปา ยจราจรทีี ตรวจพบ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70078" y="5677300"/>
            <a:ext cx="1092508" cy="71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ขอบเขต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2042" y="6586947"/>
            <a:ext cx="11247225" cy="72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ความสามารถในการเดิินตามปา ย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: รถจําํลองต้้องสามารถเดินิตามปา ยจราจรทีี กํําหนดไว้ไ้ด้</a:t>
            </a:r>
          </a:p>
          <a:p>
            <a:pPr algn="ctr">
              <a:lnSpc>
                <a:spcPts val="564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ความสามารถในการ detect ปา ย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: กล้้องต้้องสามารถตรวจจับัปา ยได้ทุ้กุปา ย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08138"/>
            <a:ext cx="2204152" cy="132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ส่ว่นทีี 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9599" y="4442003"/>
            <a:ext cx="480803" cy="122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59020" y="5452396"/>
            <a:ext cx="329746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49352" y="2892304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40867" y="2815904"/>
            <a:ext cx="8586788" cy="100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อุุปกรณ์ที์ี สําํคััญของโครงงาน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2417" y="4281564"/>
            <a:ext cx="5779741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main control board motor driver board Vision &amp; AI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404" y="-63503"/>
            <a:ext cx="17935099" cy="10413997"/>
          </a:xfrm>
          <a:custGeom>
            <a:avLst/>
            <a:gdLst/>
            <a:ahLst/>
            <a:cxnLst/>
            <a:rect r="r" b="b" t="t" l="l"/>
            <a:pathLst>
              <a:path h="10413997" w="17935099">
                <a:moveTo>
                  <a:pt x="0" y="0"/>
                </a:moveTo>
                <a:lnTo>
                  <a:pt x="17935099" y="0"/>
                </a:lnTo>
                <a:lnTo>
                  <a:pt x="17935099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4855" y="1888817"/>
            <a:ext cx="6077979" cy="6505337"/>
          </a:xfrm>
          <a:custGeom>
            <a:avLst/>
            <a:gdLst/>
            <a:ahLst/>
            <a:cxnLst/>
            <a:rect r="r" b="b" t="t" l="l"/>
            <a:pathLst>
              <a:path h="6505337" w="6077979">
                <a:moveTo>
                  <a:pt x="0" y="0"/>
                </a:moveTo>
                <a:lnTo>
                  <a:pt x="6077979" y="0"/>
                </a:lnTo>
                <a:lnTo>
                  <a:pt x="6077979" y="6505337"/>
                </a:lnTo>
                <a:lnTo>
                  <a:pt x="0" y="6505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48" t="0" r="-3482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79898" y="1865005"/>
            <a:ext cx="8918238" cy="47625"/>
            <a:chOff x="0" y="0"/>
            <a:chExt cx="8918245" cy="47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18194" cy="47625"/>
            </a:xfrm>
            <a:custGeom>
              <a:avLst/>
              <a:gdLst/>
              <a:ahLst/>
              <a:cxnLst/>
              <a:rect r="r" b="b" t="t" l="l"/>
              <a:pathLst>
                <a:path h="47625" w="8918194">
                  <a:moveTo>
                    <a:pt x="0" y="47625"/>
                  </a:moveTo>
                  <a:lnTo>
                    <a:pt x="8918194" y="47625"/>
                  </a:lnTo>
                  <a:lnTo>
                    <a:pt x="8918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94252" y="3617585"/>
            <a:ext cx="133350" cy="133350"/>
            <a:chOff x="0" y="0"/>
            <a:chExt cx="133350" cy="1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94252" y="6236960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722405"/>
            <a:ext cx="7903254" cy="114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78"/>
              </a:lnSpc>
            </a:pPr>
            <a:r>
              <a:rPr lang="en-US" b="true" sz="6500">
                <a:solidFill>
                  <a:srgbClr val="8D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control 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97381" y="1883388"/>
            <a:ext cx="180261" cy="104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1"/>
              </a:lnSpc>
            </a:pP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92913"/>
            <a:ext cx="5378853" cy="103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Raspberry</a:t>
            </a: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</a:t>
            </a: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7484" y="3394272"/>
            <a:ext cx="8151276" cy="630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บอร์ด์นีถู กูเลืือกใช้เ้หนือืกว่า่บอร์ด์ทางเลืือกอืื น เช่น่ Open MV และ Arduino เนื องจากมีพีลัังประมวลผล Deep Learning สูงูทีี สามารถรันัไลบรารี ีYOLOv8 ได้้อย่า่งมีปีระสิทิธิภิาพทีี สุดุ</a:t>
            </a:r>
          </a:p>
          <a:p>
            <a:pPr algn="l">
              <a:lnSpc>
                <a:spcPts val="7498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Raspberry Pi 5 เปน คอมพิวิเตอร์ข์นาดเล็็ก</a:t>
            </a:r>
          </a:p>
          <a:p>
            <a:pPr algn="l">
              <a:lnSpc>
                <a:spcPts val="14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(Single-Board Computer) ทีี สามารถรองรับัการ</a:t>
            </a:r>
          </a:p>
          <a:p>
            <a:pPr algn="l">
              <a:lnSpc>
                <a:spcPts val="7093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ทํํางานแบบ Multitasking ได้้พร้อ้มกัันหลายส่ว่น ทัง ั</a:t>
            </a:r>
          </a:p>
          <a:p>
            <a:pPr algn="l">
              <a:lnSpc>
                <a:spcPts val="1499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การรับัวิดิีโีอสตรีมีจากกล้้อง, การรันัโมเดล AI, และการ</a:t>
            </a:r>
          </a:p>
          <a:p>
            <a:pPr algn="l">
              <a:lnSpc>
                <a:spcPts val="7093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สัง 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งานมอเตอร์ ์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ซึ ง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จําํ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เปน 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สําํ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หรับั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งานทีี ต้้องมีกี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ารตอบ</a:t>
            </a:r>
          </a:p>
          <a:p>
            <a:pPr algn="l">
              <a:lnSpc>
                <a:spcPts val="1499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สนองแบบเรียีลไทม์ ์จึงึเปน ทางเลืือกในการทํําโครงงาน</a:t>
            </a:r>
          </a:p>
          <a:p>
            <a:pPr algn="l">
              <a:lnSpc>
                <a:spcPts val="6751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มากกว่า่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บอร์ด์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อืื นๆ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404" y="-63503"/>
            <a:ext cx="17935099" cy="10413997"/>
          </a:xfrm>
          <a:custGeom>
            <a:avLst/>
            <a:gdLst/>
            <a:ahLst/>
            <a:cxnLst/>
            <a:rect r="r" b="b" t="t" l="l"/>
            <a:pathLst>
              <a:path h="10413997" w="17935099">
                <a:moveTo>
                  <a:pt x="0" y="0"/>
                </a:moveTo>
                <a:lnTo>
                  <a:pt x="17935099" y="0"/>
                </a:lnTo>
                <a:lnTo>
                  <a:pt x="17935099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4855" y="1888817"/>
            <a:ext cx="6077979" cy="6505337"/>
          </a:xfrm>
          <a:custGeom>
            <a:avLst/>
            <a:gdLst/>
            <a:ahLst/>
            <a:cxnLst/>
            <a:rect r="r" b="b" t="t" l="l"/>
            <a:pathLst>
              <a:path h="6505337" w="6077979">
                <a:moveTo>
                  <a:pt x="0" y="0"/>
                </a:moveTo>
                <a:lnTo>
                  <a:pt x="6077979" y="0"/>
                </a:lnTo>
                <a:lnTo>
                  <a:pt x="6077979" y="6505337"/>
                </a:lnTo>
                <a:lnTo>
                  <a:pt x="0" y="6505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881" t="0" r="-46869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79898" y="1865005"/>
            <a:ext cx="8918238" cy="47625"/>
            <a:chOff x="0" y="0"/>
            <a:chExt cx="8918245" cy="47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18194" cy="47625"/>
            </a:xfrm>
            <a:custGeom>
              <a:avLst/>
              <a:gdLst/>
              <a:ahLst/>
              <a:cxnLst/>
              <a:rect r="r" b="b" t="t" l="l"/>
              <a:pathLst>
                <a:path h="47625" w="8918194">
                  <a:moveTo>
                    <a:pt x="0" y="47625"/>
                  </a:moveTo>
                  <a:lnTo>
                    <a:pt x="8918194" y="47625"/>
                  </a:lnTo>
                  <a:lnTo>
                    <a:pt x="8918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94252" y="3617585"/>
            <a:ext cx="133350" cy="133350"/>
            <a:chOff x="0" y="0"/>
            <a:chExt cx="133350" cy="1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94252" y="5713085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94252" y="8332460"/>
            <a:ext cx="133350" cy="133350"/>
            <a:chOff x="0" y="0"/>
            <a:chExt cx="133350" cy="133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722405"/>
            <a:ext cx="7869965" cy="220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8D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motor driver board</a:t>
            </a:r>
          </a:p>
          <a:p>
            <a:pPr algn="l">
              <a:lnSpc>
                <a:spcPts val="8260"/>
              </a:lnSpc>
            </a:pP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L298N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7484" y="8109147"/>
            <a:ext cx="7995504" cy="159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มีรีาคาไม่แ่พงและหาซื อง่่าย ใช้ง้านสะดวกกว่า่โมดูลูขับั เคลืื อนตััวอืื นมากกว่า่จึงึเหมาะในการเอามาทํําโครงงาน มากทีี สุดุ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7484" y="3394272"/>
            <a:ext cx="7922076" cy="316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ถูกูใช้เ้พื อทํําหน้า้ทีี เปน สะพาน (Bridge) ในการขยาย กระแสไฟฟา จากบอร์ด์ Raspberry Pi ไปยังัมอเตอร์</a:t>
            </a:r>
          </a:p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กระแสตรง (DC Motor)</a:t>
            </a:r>
          </a:p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โมดูลูนีร องรับัการควบคุมุทิิศทางและความเร็ว็ของ มอเตอร์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55837" y="5997788"/>
            <a:ext cx="6386836" cy="62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ตััว โดยควบคุมุ ทิิศทาง ผ่า่นขา GPIO และ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7484" y="6537522"/>
            <a:ext cx="7088038" cy="59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ควบคุมุความเร็ว็ ผ่า่นสัญัญาณ PWM (Pulse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35159" y="6073959"/>
            <a:ext cx="327117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์2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46424" y="6597834"/>
            <a:ext cx="103737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7484" y="7121709"/>
            <a:ext cx="3594144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Width Modulation)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56521"/>
            <a:ext cx="2353266" cy="672179"/>
          </a:xfrm>
          <a:custGeom>
            <a:avLst/>
            <a:gdLst/>
            <a:ahLst/>
            <a:cxnLst/>
            <a:rect r="r" b="b" t="t" l="l"/>
            <a:pathLst>
              <a:path h="672179" w="2353266">
                <a:moveTo>
                  <a:pt x="0" y="0"/>
                </a:moveTo>
                <a:lnTo>
                  <a:pt x="2353266" y="0"/>
                </a:lnTo>
                <a:lnTo>
                  <a:pt x="2353266" y="672179"/>
                </a:lnTo>
                <a:lnTo>
                  <a:pt x="0" y="672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022977" y="4491047"/>
            <a:ext cx="114300" cy="114300"/>
            <a:chOff x="0" y="0"/>
            <a:chExt cx="114300" cy="114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022977" y="6243647"/>
            <a:ext cx="114300" cy="114300"/>
            <a:chOff x="0" y="0"/>
            <a:chExt cx="114300" cy="114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1877"/>
                    <a:pt x="109982" y="35433"/>
                  </a:cubicBezTo>
                  <a:cubicBezTo>
                    <a:pt x="111506" y="38989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621378" y="2769356"/>
            <a:ext cx="9059532" cy="7581148"/>
          </a:xfrm>
          <a:custGeom>
            <a:avLst/>
            <a:gdLst/>
            <a:ahLst/>
            <a:cxnLst/>
            <a:rect r="r" b="b" t="t" l="l"/>
            <a:pathLst>
              <a:path h="7581148" w="9059532">
                <a:moveTo>
                  <a:pt x="0" y="0"/>
                </a:moveTo>
                <a:lnTo>
                  <a:pt x="9059532" y="0"/>
                </a:lnTo>
                <a:lnTo>
                  <a:pt x="9059532" y="7581147"/>
                </a:lnTo>
                <a:lnTo>
                  <a:pt x="0" y="7581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76743" y="9258300"/>
            <a:ext cx="3811257" cy="672179"/>
          </a:xfrm>
          <a:custGeom>
            <a:avLst/>
            <a:gdLst/>
            <a:ahLst/>
            <a:cxnLst/>
            <a:rect r="r" b="b" t="t" l="l"/>
            <a:pathLst>
              <a:path h="672179" w="3811257">
                <a:moveTo>
                  <a:pt x="0" y="0"/>
                </a:moveTo>
                <a:lnTo>
                  <a:pt x="3811257" y="0"/>
                </a:lnTo>
                <a:lnTo>
                  <a:pt x="3811257" y="672179"/>
                </a:lnTo>
                <a:lnTo>
                  <a:pt x="0" y="6721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92110" y="1003821"/>
            <a:ext cx="8637156" cy="106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7"/>
              </a:lnSpc>
            </a:pPr>
            <a:r>
              <a:rPr lang="en-US" b="true" sz="6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การควบคุมุความเร็ว็ด้้วย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45988" y="1822971"/>
            <a:ext cx="5262782" cy="106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7"/>
              </a:lnSpc>
            </a:pPr>
            <a:r>
              <a:rPr lang="en-US" b="true" sz="6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ควบคุมุทิิศทาง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00998" y="722633"/>
            <a:ext cx="1524714" cy="137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b="true" sz="6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และ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59902" y="1135180"/>
            <a:ext cx="2183949" cy="96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7"/>
              </a:lnSpc>
            </a:pPr>
            <a:r>
              <a:rPr lang="en-US" b="true" sz="6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PWM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05567" y="1954330"/>
            <a:ext cx="2077022" cy="96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7"/>
              </a:lnSpc>
            </a:pPr>
            <a:r>
              <a:rPr lang="en-US" b="true" sz="6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GPIO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5802" y="3437811"/>
            <a:ext cx="3320558" cy="4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การควบคุมุความเร็ว็ด้้วย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3049" y="4347239"/>
            <a:ext cx="8645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5447" y="4309662"/>
            <a:ext cx="1273512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คืือเทคนิคิ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05460" y="4747812"/>
            <a:ext cx="6121098" cy="88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ทีี ใช้ใ้นการสร้า้งสัญัญาณดิจิิทัิัลทีี มีคีวามกว้า้งของ พัลัส์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39689" y="5223539"/>
            <a:ext cx="8645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44726" y="5185962"/>
            <a:ext cx="3339989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ทีี ปรับัเปลีี ยนได้เพื อจําํลอง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05460" y="5624112"/>
            <a:ext cx="2439191" cy="92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สัญัญาณแอนะล็็อก ในโครงงานนี 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45060" y="6049051"/>
            <a:ext cx="3832489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ถูกูใช้เ้พื อควบคุมุความเร็ว็รอบ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05460" y="6500412"/>
            <a:ext cx="3588344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ของมอเตอร์โดยการปรับัค่่า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06236" y="6500412"/>
            <a:ext cx="505778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ทีี ขา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05460" y="6896776"/>
            <a:ext cx="2751001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ENA/ENB ของโมดูลู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42671" y="3437811"/>
            <a:ext cx="3039189" cy="44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การควบคุมุทิิศทางด้้วย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37200" y="4347239"/>
            <a:ext cx="8645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82329" y="4747812"/>
            <a:ext cx="527922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เปน ขาทีี ใช้ใ้นการควบคุมุสถานะดิจิิทัิัล เปด 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809128" y="4747812"/>
            <a:ext cx="1015765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ปด  หรือื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82329" y="5357412"/>
            <a:ext cx="5580355" cy="75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ถูกูใช้เ้พื อกํําหนด ทิิศทาง เดินิหน้า้ถอยหลััง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82329" y="6271812"/>
            <a:ext cx="6269726" cy="27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เลีี ยว ของมอเตอร์โดยการตัง ัค่่าขาควบคุมุอิินพุุต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72146" y="6357014"/>
            <a:ext cx="86458" cy="6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93989" y="6319437"/>
            <a:ext cx="1306211" cy="66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4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ของโมดูลู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21256" y="3481740"/>
            <a:ext cx="83995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PWM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05460" y="4347239"/>
            <a:ext cx="4942151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Pulse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Width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Modulation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(PWM)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88933" y="5223539"/>
            <a:ext cx="231971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์(DutyCycle)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12283" y="5223539"/>
            <a:ext cx="8645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้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978097" y="6099839"/>
            <a:ext cx="78231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838423" y="6537989"/>
            <a:ext cx="29370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์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23433" y="6537989"/>
            <a:ext cx="1732016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DutyCycle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02511" y="6976139"/>
            <a:ext cx="962015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L298N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22263" y="3481740"/>
            <a:ext cx="867470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GPIO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82329" y="4347239"/>
            <a:ext cx="602687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GeneralPurpose Input/Output(GPIO)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036146" y="4785389"/>
            <a:ext cx="14700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658024" y="4785389"/>
            <a:ext cx="15413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82329" y="5223539"/>
            <a:ext cx="608105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0/1)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67620" y="5661689"/>
            <a:ext cx="14700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02180" y="5661689"/>
            <a:ext cx="15413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953251" y="5661689"/>
            <a:ext cx="15413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98816" y="6099839"/>
            <a:ext cx="14700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60655" y="6099839"/>
            <a:ext cx="8645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์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82329" y="6537989"/>
            <a:ext cx="2784691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(In1,In2,In3,In4)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374578" y="6537989"/>
            <a:ext cx="962015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L298N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404" y="-63503"/>
            <a:ext cx="17935099" cy="10413997"/>
          </a:xfrm>
          <a:custGeom>
            <a:avLst/>
            <a:gdLst/>
            <a:ahLst/>
            <a:cxnLst/>
            <a:rect r="r" b="b" t="t" l="l"/>
            <a:pathLst>
              <a:path h="10413997" w="17935099">
                <a:moveTo>
                  <a:pt x="0" y="0"/>
                </a:moveTo>
                <a:lnTo>
                  <a:pt x="17935099" y="0"/>
                </a:lnTo>
                <a:lnTo>
                  <a:pt x="17935099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4855" y="1888817"/>
            <a:ext cx="6077979" cy="6505337"/>
          </a:xfrm>
          <a:custGeom>
            <a:avLst/>
            <a:gdLst/>
            <a:ahLst/>
            <a:cxnLst/>
            <a:rect r="r" b="b" t="t" l="l"/>
            <a:pathLst>
              <a:path h="6505337" w="6077979">
                <a:moveTo>
                  <a:pt x="0" y="0"/>
                </a:moveTo>
                <a:lnTo>
                  <a:pt x="6077979" y="0"/>
                </a:lnTo>
                <a:lnTo>
                  <a:pt x="6077979" y="6505337"/>
                </a:lnTo>
                <a:lnTo>
                  <a:pt x="0" y="6505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202" t="0" r="-43126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79898" y="1865005"/>
            <a:ext cx="8918238" cy="47625"/>
            <a:chOff x="0" y="0"/>
            <a:chExt cx="8918245" cy="47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18194" cy="47625"/>
            </a:xfrm>
            <a:custGeom>
              <a:avLst/>
              <a:gdLst/>
              <a:ahLst/>
              <a:cxnLst/>
              <a:rect r="r" b="b" t="t" l="l"/>
              <a:pathLst>
                <a:path h="47625" w="8918194">
                  <a:moveTo>
                    <a:pt x="0" y="47625"/>
                  </a:moveTo>
                  <a:lnTo>
                    <a:pt x="8918194" y="47625"/>
                  </a:lnTo>
                  <a:lnTo>
                    <a:pt x="8918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94252" y="3617585"/>
            <a:ext cx="133350" cy="133350"/>
            <a:chOff x="0" y="0"/>
            <a:chExt cx="133350" cy="1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94252" y="6236960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722405"/>
            <a:ext cx="4355116" cy="220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8D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Vision &amp; AI</a:t>
            </a:r>
          </a:p>
          <a:p>
            <a:pPr algn="l">
              <a:lnSpc>
                <a:spcPts val="6236"/>
              </a:lnSpc>
            </a:pPr>
            <a:r>
              <a:rPr lang="en-US" b="true" sz="5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YOLOv8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9517" y="3140259"/>
            <a:ext cx="103737" cy="86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8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7484" y="3384747"/>
            <a:ext cx="583511" cy="55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เปน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1206" y="3349838"/>
            <a:ext cx="6851066" cy="65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Single-StageDetector ซึ งหมายความว่า่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7484" y="3908622"/>
            <a:ext cx="7936068" cy="474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0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สามารถตรวจจับั (Detect) และจัดัประเภท (Classify) วัตัถุไุด้พ้ร้อ้มกัันในการประมวลผลเพียีง ครง ัเดียีว</a:t>
            </a:r>
          </a:p>
          <a:p>
            <a:pPr algn="just">
              <a:lnSpc>
                <a:spcPts val="7498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เหตุผุลในการใช้ ้YOLOv8 มีคีวามเร็ว็ในการอนุมุาน</a:t>
            </a:r>
          </a:p>
          <a:p>
            <a:pPr algn="just">
              <a:lnSpc>
                <a:spcPts val="1499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(Inference Speed) ทีี สูงูมาก เมื อเทีียบกัับโมเดล</a:t>
            </a:r>
          </a:p>
          <a:p>
            <a:pPr algn="just">
              <a:lnSpc>
                <a:spcPts val="6751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อืื นๆ จึงึเหมาะสําํหรับัโครงงานทีี ต้้องการการตััดสินิใจ</a:t>
            </a:r>
          </a:p>
          <a:p>
            <a:pPr algn="just">
              <a:lnSpc>
                <a:spcPts val="1505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แบบ Real-time ในการขับัเคลืื อนรถจําํลองตามปา ย</a:t>
            </a:r>
          </a:p>
          <a:p>
            <a:pPr algn="just">
              <a:lnSpc>
                <a:spcPts val="6739"/>
              </a:lnSpc>
            </a:pPr>
            <a:r>
              <a:rPr lang="en-US" sz="2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จราจร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4245" y="1761744"/>
            <a:ext cx="9339520" cy="28575"/>
          </a:xfrm>
          <a:custGeom>
            <a:avLst/>
            <a:gdLst/>
            <a:ahLst/>
            <a:cxnLst/>
            <a:rect r="r" b="b" t="t" l="l"/>
            <a:pathLst>
              <a:path h="28575" w="9339520">
                <a:moveTo>
                  <a:pt x="0" y="0"/>
                </a:moveTo>
                <a:lnTo>
                  <a:pt x="9339520" y="0"/>
                </a:lnTo>
                <a:lnTo>
                  <a:pt x="933952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62882" y="2763374"/>
            <a:ext cx="5898956" cy="4114800"/>
          </a:xfrm>
          <a:custGeom>
            <a:avLst/>
            <a:gdLst/>
            <a:ahLst/>
            <a:cxnLst/>
            <a:rect r="r" b="b" t="t" l="l"/>
            <a:pathLst>
              <a:path h="4114800" w="5898956">
                <a:moveTo>
                  <a:pt x="0" y="0"/>
                </a:moveTo>
                <a:lnTo>
                  <a:pt x="5898956" y="0"/>
                </a:lnTo>
                <a:lnTo>
                  <a:pt x="58989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56385" y="3026188"/>
            <a:ext cx="5313674" cy="3589182"/>
          </a:xfrm>
          <a:custGeom>
            <a:avLst/>
            <a:gdLst/>
            <a:ahLst/>
            <a:cxnLst/>
            <a:rect r="r" b="b" t="t" l="l"/>
            <a:pathLst>
              <a:path h="3589182" w="5313674">
                <a:moveTo>
                  <a:pt x="0" y="0"/>
                </a:moveTo>
                <a:lnTo>
                  <a:pt x="5313673" y="0"/>
                </a:lnTo>
                <a:lnTo>
                  <a:pt x="5313673" y="3589182"/>
                </a:lnTo>
                <a:lnTo>
                  <a:pt x="0" y="3589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461" r="0" b="-547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691640" cy="10287000"/>
          </a:xfrm>
          <a:custGeom>
            <a:avLst/>
            <a:gdLst/>
            <a:ahLst/>
            <a:cxnLst/>
            <a:rect r="r" b="b" t="t" l="l"/>
            <a:pathLst>
              <a:path h="10287000" w="1691640">
                <a:moveTo>
                  <a:pt x="0" y="0"/>
                </a:moveTo>
                <a:lnTo>
                  <a:pt x="1691640" y="0"/>
                </a:lnTo>
                <a:lnTo>
                  <a:pt x="16916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610526" y="4396378"/>
            <a:ext cx="136474" cy="136474"/>
            <a:chOff x="0" y="0"/>
            <a:chExt cx="136474" cy="136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525" cy="136525"/>
            </a:xfrm>
            <a:custGeom>
              <a:avLst/>
              <a:gdLst/>
              <a:ahLst/>
              <a:cxnLst/>
              <a:rect r="r" b="b" t="t" l="l"/>
              <a:pathLst>
                <a:path h="136525" w="136525">
                  <a:moveTo>
                    <a:pt x="136525" y="68199"/>
                  </a:moveTo>
                  <a:cubicBezTo>
                    <a:pt x="136525" y="72644"/>
                    <a:pt x="136144" y="77089"/>
                    <a:pt x="135255" y="81534"/>
                  </a:cubicBezTo>
                  <a:cubicBezTo>
                    <a:pt x="134366" y="85979"/>
                    <a:pt x="133096" y="90170"/>
                    <a:pt x="131318" y="94361"/>
                  </a:cubicBezTo>
                  <a:cubicBezTo>
                    <a:pt x="129540" y="98552"/>
                    <a:pt x="127508" y="102489"/>
                    <a:pt x="124968" y="106172"/>
                  </a:cubicBezTo>
                  <a:cubicBezTo>
                    <a:pt x="122428" y="109855"/>
                    <a:pt x="119634" y="113284"/>
                    <a:pt x="116459" y="116459"/>
                  </a:cubicBezTo>
                  <a:cubicBezTo>
                    <a:pt x="113284" y="119634"/>
                    <a:pt x="109855" y="122428"/>
                    <a:pt x="106172" y="124968"/>
                  </a:cubicBezTo>
                  <a:cubicBezTo>
                    <a:pt x="102489" y="127508"/>
                    <a:pt x="98552" y="129540"/>
                    <a:pt x="94361" y="131318"/>
                  </a:cubicBezTo>
                  <a:cubicBezTo>
                    <a:pt x="90170" y="133096"/>
                    <a:pt x="85979" y="134366"/>
                    <a:pt x="81534" y="135255"/>
                  </a:cubicBezTo>
                  <a:cubicBezTo>
                    <a:pt x="77089" y="136144"/>
                    <a:pt x="72644" y="136525"/>
                    <a:pt x="68199" y="136525"/>
                  </a:cubicBezTo>
                  <a:cubicBezTo>
                    <a:pt x="63754" y="136525"/>
                    <a:pt x="59309" y="136144"/>
                    <a:pt x="54864" y="135255"/>
                  </a:cubicBezTo>
                  <a:cubicBezTo>
                    <a:pt x="50419" y="134366"/>
                    <a:pt x="46228" y="133096"/>
                    <a:pt x="42037" y="131318"/>
                  </a:cubicBezTo>
                  <a:cubicBezTo>
                    <a:pt x="37846" y="129540"/>
                    <a:pt x="33909" y="127508"/>
                    <a:pt x="30226" y="124968"/>
                  </a:cubicBezTo>
                  <a:cubicBezTo>
                    <a:pt x="26543" y="122428"/>
                    <a:pt x="23114" y="119634"/>
                    <a:pt x="19939" y="116459"/>
                  </a:cubicBezTo>
                  <a:cubicBezTo>
                    <a:pt x="16764" y="113284"/>
                    <a:pt x="13970" y="109855"/>
                    <a:pt x="11430" y="106172"/>
                  </a:cubicBezTo>
                  <a:cubicBezTo>
                    <a:pt x="8890" y="102489"/>
                    <a:pt x="6858" y="98552"/>
                    <a:pt x="5080" y="94361"/>
                  </a:cubicBezTo>
                  <a:cubicBezTo>
                    <a:pt x="3302" y="90170"/>
                    <a:pt x="2159" y="85979"/>
                    <a:pt x="1270" y="81534"/>
                  </a:cubicBezTo>
                  <a:cubicBezTo>
                    <a:pt x="381" y="77089"/>
                    <a:pt x="0" y="72771"/>
                    <a:pt x="0" y="68199"/>
                  </a:cubicBezTo>
                  <a:cubicBezTo>
                    <a:pt x="0" y="63627"/>
                    <a:pt x="381" y="59309"/>
                    <a:pt x="1270" y="54864"/>
                  </a:cubicBezTo>
                  <a:cubicBezTo>
                    <a:pt x="2159" y="50419"/>
                    <a:pt x="3429" y="46228"/>
                    <a:pt x="5207" y="42037"/>
                  </a:cubicBezTo>
                  <a:cubicBezTo>
                    <a:pt x="6985" y="37846"/>
                    <a:pt x="9017" y="33909"/>
                    <a:pt x="11557" y="30226"/>
                  </a:cubicBezTo>
                  <a:cubicBezTo>
                    <a:pt x="14097" y="26543"/>
                    <a:pt x="16891" y="23114"/>
                    <a:pt x="20066" y="19939"/>
                  </a:cubicBezTo>
                  <a:cubicBezTo>
                    <a:pt x="23241" y="16764"/>
                    <a:pt x="26670" y="13970"/>
                    <a:pt x="30353" y="11430"/>
                  </a:cubicBezTo>
                  <a:cubicBezTo>
                    <a:pt x="34036" y="8890"/>
                    <a:pt x="37973" y="6858"/>
                    <a:pt x="42164" y="5080"/>
                  </a:cubicBezTo>
                  <a:cubicBezTo>
                    <a:pt x="46355" y="3302"/>
                    <a:pt x="50546" y="2159"/>
                    <a:pt x="54864" y="1270"/>
                  </a:cubicBezTo>
                  <a:cubicBezTo>
                    <a:pt x="59182" y="381"/>
                    <a:pt x="63754" y="0"/>
                    <a:pt x="68199" y="0"/>
                  </a:cubicBezTo>
                  <a:cubicBezTo>
                    <a:pt x="72644" y="0"/>
                    <a:pt x="77089" y="381"/>
                    <a:pt x="81534" y="1270"/>
                  </a:cubicBezTo>
                  <a:cubicBezTo>
                    <a:pt x="85979" y="2159"/>
                    <a:pt x="90170" y="3429"/>
                    <a:pt x="94361" y="5207"/>
                  </a:cubicBezTo>
                  <a:cubicBezTo>
                    <a:pt x="98552" y="6985"/>
                    <a:pt x="102489" y="9017"/>
                    <a:pt x="106172" y="11557"/>
                  </a:cubicBezTo>
                  <a:cubicBezTo>
                    <a:pt x="109855" y="14097"/>
                    <a:pt x="113284" y="16891"/>
                    <a:pt x="116459" y="20066"/>
                  </a:cubicBezTo>
                  <a:cubicBezTo>
                    <a:pt x="119634" y="23241"/>
                    <a:pt x="122428" y="26670"/>
                    <a:pt x="124968" y="30353"/>
                  </a:cubicBezTo>
                  <a:cubicBezTo>
                    <a:pt x="127508" y="34036"/>
                    <a:pt x="129540" y="37973"/>
                    <a:pt x="131318" y="42164"/>
                  </a:cubicBezTo>
                  <a:cubicBezTo>
                    <a:pt x="133096" y="46355"/>
                    <a:pt x="134366" y="50546"/>
                    <a:pt x="135255" y="54991"/>
                  </a:cubicBezTo>
                  <a:cubicBezTo>
                    <a:pt x="136144" y="59436"/>
                    <a:pt x="136525" y="63881"/>
                    <a:pt x="136525" y="6832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610526" y="6489040"/>
            <a:ext cx="136474" cy="136474"/>
            <a:chOff x="0" y="0"/>
            <a:chExt cx="136474" cy="1364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525" cy="136525"/>
            </a:xfrm>
            <a:custGeom>
              <a:avLst/>
              <a:gdLst/>
              <a:ahLst/>
              <a:cxnLst/>
              <a:rect r="r" b="b" t="t" l="l"/>
              <a:pathLst>
                <a:path h="136525" w="136525">
                  <a:moveTo>
                    <a:pt x="136525" y="68199"/>
                  </a:moveTo>
                  <a:cubicBezTo>
                    <a:pt x="136525" y="72644"/>
                    <a:pt x="136144" y="77089"/>
                    <a:pt x="135255" y="81534"/>
                  </a:cubicBezTo>
                  <a:cubicBezTo>
                    <a:pt x="134366" y="85979"/>
                    <a:pt x="133096" y="90170"/>
                    <a:pt x="131318" y="94361"/>
                  </a:cubicBezTo>
                  <a:cubicBezTo>
                    <a:pt x="129540" y="98552"/>
                    <a:pt x="127508" y="102489"/>
                    <a:pt x="124968" y="106172"/>
                  </a:cubicBezTo>
                  <a:cubicBezTo>
                    <a:pt x="122428" y="109855"/>
                    <a:pt x="119634" y="113284"/>
                    <a:pt x="116459" y="116459"/>
                  </a:cubicBezTo>
                  <a:cubicBezTo>
                    <a:pt x="113284" y="119634"/>
                    <a:pt x="109855" y="122428"/>
                    <a:pt x="106172" y="124968"/>
                  </a:cubicBezTo>
                  <a:cubicBezTo>
                    <a:pt x="102489" y="127508"/>
                    <a:pt x="98552" y="129540"/>
                    <a:pt x="94361" y="131318"/>
                  </a:cubicBezTo>
                  <a:cubicBezTo>
                    <a:pt x="90170" y="133096"/>
                    <a:pt x="85979" y="134366"/>
                    <a:pt x="81534" y="135255"/>
                  </a:cubicBezTo>
                  <a:cubicBezTo>
                    <a:pt x="77089" y="136144"/>
                    <a:pt x="72644" y="136525"/>
                    <a:pt x="68199" y="136525"/>
                  </a:cubicBezTo>
                  <a:cubicBezTo>
                    <a:pt x="63754" y="136525"/>
                    <a:pt x="59309" y="136144"/>
                    <a:pt x="54864" y="135255"/>
                  </a:cubicBezTo>
                  <a:cubicBezTo>
                    <a:pt x="50419" y="134366"/>
                    <a:pt x="46228" y="133096"/>
                    <a:pt x="42037" y="131318"/>
                  </a:cubicBezTo>
                  <a:cubicBezTo>
                    <a:pt x="37846" y="129540"/>
                    <a:pt x="33909" y="127508"/>
                    <a:pt x="30226" y="124968"/>
                  </a:cubicBezTo>
                  <a:cubicBezTo>
                    <a:pt x="26543" y="122428"/>
                    <a:pt x="23114" y="119634"/>
                    <a:pt x="19939" y="116459"/>
                  </a:cubicBezTo>
                  <a:cubicBezTo>
                    <a:pt x="16764" y="113284"/>
                    <a:pt x="13970" y="109855"/>
                    <a:pt x="11430" y="106172"/>
                  </a:cubicBezTo>
                  <a:cubicBezTo>
                    <a:pt x="8890" y="102489"/>
                    <a:pt x="6858" y="98552"/>
                    <a:pt x="5080" y="94361"/>
                  </a:cubicBezTo>
                  <a:cubicBezTo>
                    <a:pt x="3302" y="90170"/>
                    <a:pt x="2159" y="85979"/>
                    <a:pt x="1270" y="81534"/>
                  </a:cubicBezTo>
                  <a:cubicBezTo>
                    <a:pt x="381" y="77089"/>
                    <a:pt x="0" y="72771"/>
                    <a:pt x="0" y="68199"/>
                  </a:cubicBezTo>
                  <a:cubicBezTo>
                    <a:pt x="0" y="63627"/>
                    <a:pt x="381" y="59309"/>
                    <a:pt x="1270" y="54864"/>
                  </a:cubicBezTo>
                  <a:cubicBezTo>
                    <a:pt x="2159" y="50419"/>
                    <a:pt x="3429" y="46228"/>
                    <a:pt x="5207" y="42037"/>
                  </a:cubicBezTo>
                  <a:cubicBezTo>
                    <a:pt x="6985" y="37846"/>
                    <a:pt x="9017" y="33909"/>
                    <a:pt x="11557" y="30226"/>
                  </a:cubicBezTo>
                  <a:cubicBezTo>
                    <a:pt x="14097" y="26543"/>
                    <a:pt x="16891" y="23114"/>
                    <a:pt x="20066" y="19939"/>
                  </a:cubicBezTo>
                  <a:cubicBezTo>
                    <a:pt x="23241" y="16764"/>
                    <a:pt x="26670" y="13970"/>
                    <a:pt x="30353" y="11430"/>
                  </a:cubicBezTo>
                  <a:cubicBezTo>
                    <a:pt x="34036" y="8890"/>
                    <a:pt x="37973" y="6858"/>
                    <a:pt x="42164" y="5080"/>
                  </a:cubicBezTo>
                  <a:cubicBezTo>
                    <a:pt x="46355" y="3302"/>
                    <a:pt x="50546" y="2159"/>
                    <a:pt x="54864" y="1270"/>
                  </a:cubicBezTo>
                  <a:cubicBezTo>
                    <a:pt x="59182" y="381"/>
                    <a:pt x="63754" y="0"/>
                    <a:pt x="68199" y="0"/>
                  </a:cubicBezTo>
                  <a:cubicBezTo>
                    <a:pt x="72644" y="0"/>
                    <a:pt x="77089" y="381"/>
                    <a:pt x="81534" y="1270"/>
                  </a:cubicBezTo>
                  <a:cubicBezTo>
                    <a:pt x="85979" y="2159"/>
                    <a:pt x="90170" y="3429"/>
                    <a:pt x="94361" y="5207"/>
                  </a:cubicBezTo>
                  <a:cubicBezTo>
                    <a:pt x="98552" y="6985"/>
                    <a:pt x="102489" y="9017"/>
                    <a:pt x="106172" y="11557"/>
                  </a:cubicBezTo>
                  <a:cubicBezTo>
                    <a:pt x="109855" y="14097"/>
                    <a:pt x="113284" y="16891"/>
                    <a:pt x="116459" y="20066"/>
                  </a:cubicBezTo>
                  <a:cubicBezTo>
                    <a:pt x="119634" y="23241"/>
                    <a:pt x="122428" y="26670"/>
                    <a:pt x="124968" y="30353"/>
                  </a:cubicBezTo>
                  <a:cubicBezTo>
                    <a:pt x="127508" y="34036"/>
                    <a:pt x="129540" y="37973"/>
                    <a:pt x="131318" y="42164"/>
                  </a:cubicBezTo>
                  <a:cubicBezTo>
                    <a:pt x="133096" y="46355"/>
                    <a:pt x="134366" y="50546"/>
                    <a:pt x="135255" y="54991"/>
                  </a:cubicBezTo>
                  <a:cubicBezTo>
                    <a:pt x="136144" y="59436"/>
                    <a:pt x="136525" y="63881"/>
                    <a:pt x="136525" y="6832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4474245" y="1761744"/>
            <a:ext cx="9339520" cy="28575"/>
            <a:chOff x="0" y="0"/>
            <a:chExt cx="9339516" cy="28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39580" cy="28575"/>
            </a:xfrm>
            <a:custGeom>
              <a:avLst/>
              <a:gdLst/>
              <a:ahLst/>
              <a:cxnLst/>
              <a:rect r="r" b="b" t="t" l="l"/>
              <a:pathLst>
                <a:path h="28575" w="9339580">
                  <a:moveTo>
                    <a:pt x="0" y="28575"/>
                  </a:moveTo>
                  <a:lnTo>
                    <a:pt x="9339580" y="28575"/>
                  </a:lnTo>
                  <a:lnTo>
                    <a:pt x="9339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986760" y="0"/>
            <a:ext cx="2301240" cy="10287000"/>
          </a:xfrm>
          <a:custGeom>
            <a:avLst/>
            <a:gdLst/>
            <a:ahLst/>
            <a:cxnLst/>
            <a:rect r="r" b="b" t="t" l="l"/>
            <a:pathLst>
              <a:path h="10287000" w="2301240">
                <a:moveTo>
                  <a:pt x="0" y="0"/>
                </a:moveTo>
                <a:lnTo>
                  <a:pt x="2301240" y="0"/>
                </a:lnTo>
                <a:lnTo>
                  <a:pt x="23012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89360" y="432787"/>
            <a:ext cx="8271281" cy="142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b="true" sz="7800" spc="585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การเลืือกใช้กล้้อง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03450" y="2584247"/>
            <a:ext cx="5470789" cy="160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 Camera Module</a:t>
            </a:r>
          </a:p>
          <a:p>
            <a:pPr algn="l">
              <a:lnSpc>
                <a:spcPts val="4121"/>
              </a:lnSpc>
            </a:pP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ข้อ้ดีีหลััก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7816" y="4168150"/>
            <a:ext cx="6679730" cy="16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ถูกู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เลืือกใช้เ้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ปน 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อุุปกรณ์ห์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ลัักเนื อ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งจากเชื อ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มต่่อ</a:t>
            </a:r>
          </a:p>
          <a:p>
            <a:pPr algn="l">
              <a:lnSpc>
                <a:spcPts val="4121"/>
              </a:lnSpc>
            </a:pPr>
            <a:r>
              <a:rPr lang="en-US" sz="29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ผ่า่นพอร์ต์ CSI (Camera Serial Interface) โดยตรงกัับ Raspberry Pi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03450" y="5743327"/>
            <a:ext cx="1977600" cy="54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ประสิทิ</a:t>
            </a: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ธิภิ</a:t>
            </a: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าพ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47816" y="6260802"/>
            <a:ext cx="7054758" cy="268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การเชื อมต่่อแบบ CSI ทํําให้ม้ีกีารรับัส่ง่ข้อ้มููล ภาพทีี รวดเร็ว็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มากและมีคี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วามหน่ว่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งตํํ าทีี สุดุ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ทํําให้ ลดภาระของ CPU ในการประมวลผลวิดิีโีอสตรีมี และช่ว่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ยให้ท้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รัพั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ยากรส่ว่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นใหญ่ถู่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กู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นําํ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ไปใช้ใ้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นการ รันัโมเดล AI ได้อ้ย่า่งเต็็มทีี 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4245" y="1761744"/>
            <a:ext cx="9339520" cy="28575"/>
          </a:xfrm>
          <a:custGeom>
            <a:avLst/>
            <a:gdLst/>
            <a:ahLst/>
            <a:cxnLst/>
            <a:rect r="r" b="b" t="t" l="l"/>
            <a:pathLst>
              <a:path h="28575" w="9339520">
                <a:moveTo>
                  <a:pt x="0" y="0"/>
                </a:moveTo>
                <a:lnTo>
                  <a:pt x="9339520" y="0"/>
                </a:lnTo>
                <a:lnTo>
                  <a:pt x="933952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62882" y="2763374"/>
            <a:ext cx="5898956" cy="4114800"/>
          </a:xfrm>
          <a:custGeom>
            <a:avLst/>
            <a:gdLst/>
            <a:ahLst/>
            <a:cxnLst/>
            <a:rect r="r" b="b" t="t" l="l"/>
            <a:pathLst>
              <a:path h="4114800" w="5898956">
                <a:moveTo>
                  <a:pt x="0" y="0"/>
                </a:moveTo>
                <a:lnTo>
                  <a:pt x="5898956" y="0"/>
                </a:lnTo>
                <a:lnTo>
                  <a:pt x="58989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56385" y="3026188"/>
            <a:ext cx="5313674" cy="3589182"/>
          </a:xfrm>
          <a:custGeom>
            <a:avLst/>
            <a:gdLst/>
            <a:ahLst/>
            <a:cxnLst/>
            <a:rect r="r" b="b" t="t" l="l"/>
            <a:pathLst>
              <a:path h="3589182" w="5313674">
                <a:moveTo>
                  <a:pt x="0" y="0"/>
                </a:moveTo>
                <a:lnTo>
                  <a:pt x="5313673" y="0"/>
                </a:lnTo>
                <a:lnTo>
                  <a:pt x="5313673" y="3589182"/>
                </a:lnTo>
                <a:lnTo>
                  <a:pt x="0" y="3589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538" r="0" b="-1341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691640" cy="10287000"/>
          </a:xfrm>
          <a:custGeom>
            <a:avLst/>
            <a:gdLst/>
            <a:ahLst/>
            <a:cxnLst/>
            <a:rect r="r" b="b" t="t" l="l"/>
            <a:pathLst>
              <a:path h="10287000" w="1691640">
                <a:moveTo>
                  <a:pt x="0" y="0"/>
                </a:moveTo>
                <a:lnTo>
                  <a:pt x="1691640" y="0"/>
                </a:lnTo>
                <a:lnTo>
                  <a:pt x="16916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325148" y="3611289"/>
            <a:ext cx="133350" cy="133350"/>
            <a:chOff x="0" y="0"/>
            <a:chExt cx="133350" cy="1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325148" y="6230664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325148" y="9373914"/>
            <a:ext cx="133350" cy="133350"/>
            <a:chOff x="0" y="0"/>
            <a:chExt cx="133350" cy="133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474245" y="1761744"/>
            <a:ext cx="9339520" cy="28575"/>
            <a:chOff x="0" y="0"/>
            <a:chExt cx="9339516" cy="28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39580" cy="28575"/>
            </a:xfrm>
            <a:custGeom>
              <a:avLst/>
              <a:gdLst/>
              <a:ahLst/>
              <a:cxnLst/>
              <a:rect r="r" b="b" t="t" l="l"/>
              <a:pathLst>
                <a:path h="28575" w="9339580">
                  <a:moveTo>
                    <a:pt x="0" y="28575"/>
                  </a:moveTo>
                  <a:lnTo>
                    <a:pt x="9339580" y="28575"/>
                  </a:lnTo>
                  <a:lnTo>
                    <a:pt x="9339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986760" y="0"/>
            <a:ext cx="2301240" cy="10287000"/>
          </a:xfrm>
          <a:custGeom>
            <a:avLst/>
            <a:gdLst/>
            <a:ahLst/>
            <a:cxnLst/>
            <a:rect r="r" b="b" t="t" l="l"/>
            <a:pathLst>
              <a:path h="10287000" w="2301240">
                <a:moveTo>
                  <a:pt x="0" y="0"/>
                </a:moveTo>
                <a:lnTo>
                  <a:pt x="2301240" y="0"/>
                </a:lnTo>
                <a:lnTo>
                  <a:pt x="23012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89360" y="566137"/>
            <a:ext cx="8271281" cy="128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0"/>
              </a:lnSpc>
            </a:pPr>
            <a:r>
              <a:rPr lang="en-US" b="true" sz="7800" spc="585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การเลืือกใช้กล้้อง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1158" y="1657140"/>
            <a:ext cx="12357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6"/>
              </a:lnSpc>
            </a:pP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0823" y="2028615"/>
            <a:ext cx="10097500" cy="138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Webcam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module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USB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4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  <a:p>
            <a:pPr algn="l">
              <a:lnSpc>
                <a:spcPts val="4176"/>
              </a:lnSpc>
            </a:pP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ข้อ้จําํกััด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55246" y="3389709"/>
            <a:ext cx="7001018" cy="211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6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แม้ ้Webcam จะมีคีวามยืดืหยุุ่น่สูงูในการใช้ งาน แต่่การเชื อมต่่อผ่า่นพอร์ต์ USB มักัทํําให้ เกิิดความหน่ว่ง (Latency) ในการรับัส่ง่ข้อ้มููล ทีี สูงู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กว่า่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มาก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10823" y="5490896"/>
            <a:ext cx="1569415" cy="541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ผลกระทบ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55246" y="6009084"/>
            <a:ext cx="7080285" cy="263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ความหน่ว่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งทีี เพิม 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ขึ น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ส่ง่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ผลให้ค้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วามเร็ว็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ในการ</a:t>
            </a:r>
          </a:p>
          <a:p>
            <a:pPr algn="l">
              <a:lnSpc>
                <a:spcPts val="3414"/>
              </a:lnSpc>
            </a:pPr>
            <a:r>
              <a:rPr lang="en-US" sz="29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อนุมุาน (Inference Speed) ของระบบโดย</a:t>
            </a:r>
          </a:p>
          <a:p>
            <a:pPr algn="l">
              <a:lnSpc>
                <a:spcPts val="4847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รวมช้า้ลง ซึ งอาจทํําให้ก้ารตััดสินิใจของรถไม่เ่ปน </a:t>
            </a:r>
          </a:p>
          <a:p>
            <a:pPr algn="l">
              <a:lnSpc>
                <a:spcPts val="3390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แบบเรียีลไทม์ ์(Real-time) และเกิิดความผิดิ</a:t>
            </a:r>
          </a:p>
          <a:p>
            <a:pPr algn="l">
              <a:lnSpc>
                <a:spcPts val="4865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พลาดในการตอบสนองต่่อปา 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ยจราจรได้สู้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งู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มาก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0823" y="8708831"/>
            <a:ext cx="1416691" cy="46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b="true" sz="2984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ข้อ้ดีีหลััก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55246" y="9047559"/>
            <a:ext cx="6661547" cy="69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2984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หาซอ ์ง่่าย ต่่อใช้ง้านง่่ายไม่ต้่้องตัง ัค่่าอะไรมาก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532595"/>
            <a:ext cx="4669203" cy="5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b="true" sz="3999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การทํํางานร่ว่มกัันของ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48550" y="5114820"/>
            <a:ext cx="109842" cy="5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62420"/>
            <a:ext cx="2820067" cy="74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&amp;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3072" y="1766802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9352" y="5306978"/>
            <a:ext cx="339614" cy="95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4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5163" y="7534866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0712" y="4901308"/>
            <a:ext cx="220502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6512" y="5853808"/>
            <a:ext cx="293640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5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96512" y="6806308"/>
            <a:ext cx="163453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YOLOv8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81944" y="1173585"/>
            <a:ext cx="106015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96512" y="2126085"/>
            <a:ext cx="4758652" cy="176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 Camera Module </a:t>
            </a:r>
          </a:p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ความหน่วงตํํ าแล้้วส่ง่ต่่อไปยังั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42619" y="3078585"/>
            <a:ext cx="285402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75348" y="5795753"/>
            <a:ext cx="4966173" cy="85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4"/>
              </a:lnSpc>
            </a:pPr>
            <a:r>
              <a:rPr lang="en-US" b="true" sz="30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ใช้พ้ลัังประมวลผลเพื อรันัโมเดล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98998" y="6746729"/>
            <a:ext cx="4108094" cy="85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4"/>
              </a:lnSpc>
            </a:pPr>
            <a:r>
              <a:rPr lang="en-US" b="true" sz="30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ในการวิเิคราะห์์ภาพทีี ได้้รับั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52959" y="2056981"/>
            <a:ext cx="4635456" cy="86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ทํําการจับัภาพวิดีิีโอสตรีมีด้้วย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532595"/>
            <a:ext cx="4669203" cy="5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b="true" sz="3999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การทํํางานร่ว่มกัันของ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48550" y="5114820"/>
            <a:ext cx="109842" cy="5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62420"/>
            <a:ext cx="2820067" cy="74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&amp;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3072" y="1766802"/>
            <a:ext cx="349691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9352" y="5306978"/>
            <a:ext cx="368189" cy="95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4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5163" y="7534866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11085" y="1173585"/>
            <a:ext cx="140874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6512" y="2126085"/>
            <a:ext cx="520556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YOLOv8 (เช่น่ ID 0 = Stop, ID 1 = Left)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85826" y="5196583"/>
            <a:ext cx="329626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Making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96512" y="5775179"/>
            <a:ext cx="8248840" cy="282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30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ระบบจะใช้ ้ID ปา ยทีี ตรวจจับัได้้นีี เปน  คํําสัง  เพื อส่ง่ต่่อ ไปยังัส่ว่นควบคุมุฮาร์ด์แวร์ ์(Motor Control) เพื อ สัง ให้้รถเคลืื อนทีี ตามคํําสัง นน ั ๆ ต่่อไป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8998" y="2058505"/>
            <a:ext cx="6904606" cy="92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จะส่ง่ผลลััพธ์อ์อกมาในรููปของ ID ปา ยจราจร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99997" y="3011005"/>
            <a:ext cx="2897543" cy="92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และ พิกัิัด ของปา ย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08138"/>
            <a:ext cx="2204152" cy="132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ส่ว่นทีี 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9599" y="4442003"/>
            <a:ext cx="509435" cy="122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59020" y="5452396"/>
            <a:ext cx="329746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89999" y="2892304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86805" y="2929890"/>
            <a:ext cx="3637617" cy="102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2417" y="4198668"/>
            <a:ext cx="6415135" cy="240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5"/>
              </a:lnSpc>
            </a:pPr>
            <a:r>
              <a:rPr lang="en-US" b="true" sz="4500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บทบาทและการควบคุมุของ แต่่ละอุุปกรณ์ การเชื อมต่่อขา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71313" y="5775655"/>
            <a:ext cx="2006470" cy="94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5"/>
              </a:lnSpc>
            </a:pPr>
            <a:r>
              <a:rPr lang="en-US" b="true" sz="4500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ระหว่า่ง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7232" y="6599539"/>
            <a:ext cx="1053351" cy="89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5"/>
              </a:lnSpc>
            </a:pPr>
            <a:r>
              <a:rPr lang="en-US" b="true" sz="4500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และ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40274" y="5881764"/>
            <a:ext cx="15616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 GPIO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0188" y="6681864"/>
            <a:ext cx="493211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Movement Logic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99932" y="6681864"/>
            <a:ext cx="178550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L298N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9500" y="386334"/>
            <a:ext cx="17894694" cy="9746894"/>
          </a:xfrm>
          <a:custGeom>
            <a:avLst/>
            <a:gdLst/>
            <a:ahLst/>
            <a:cxnLst/>
            <a:rect r="r" b="b" t="t" l="l"/>
            <a:pathLst>
              <a:path h="9746894" w="17894694">
                <a:moveTo>
                  <a:pt x="0" y="0"/>
                </a:moveTo>
                <a:lnTo>
                  <a:pt x="17894694" y="0"/>
                </a:lnTo>
                <a:lnTo>
                  <a:pt x="17894694" y="9746894"/>
                </a:lnTo>
                <a:lnTo>
                  <a:pt x="0" y="974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0805" y="1028700"/>
            <a:ext cx="15912598" cy="8522227"/>
          </a:xfrm>
          <a:custGeom>
            <a:avLst/>
            <a:gdLst/>
            <a:ahLst/>
            <a:cxnLst/>
            <a:rect r="r" b="b" t="t" l="l"/>
            <a:pathLst>
              <a:path h="8522227" w="15912598">
                <a:moveTo>
                  <a:pt x="0" y="0"/>
                </a:moveTo>
                <a:lnTo>
                  <a:pt x="15912598" y="0"/>
                </a:lnTo>
                <a:lnTo>
                  <a:pt x="15912598" y="8522227"/>
                </a:lnTo>
                <a:lnTo>
                  <a:pt x="0" y="8522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1" t="0" r="-832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9873901"/>
          </a:xfrm>
          <a:custGeom>
            <a:avLst/>
            <a:gdLst/>
            <a:ahLst/>
            <a:cxnLst/>
            <a:rect r="r" b="b" t="t" l="l"/>
            <a:pathLst>
              <a:path h="9873901" w="18021700">
                <a:moveTo>
                  <a:pt x="0" y="0"/>
                </a:moveTo>
                <a:lnTo>
                  <a:pt x="18021700" y="0"/>
                </a:lnTo>
                <a:lnTo>
                  <a:pt x="18021700" y="9873901"/>
                </a:lnTo>
                <a:lnTo>
                  <a:pt x="0" y="9873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1533" y="2435857"/>
            <a:ext cx="2009937" cy="55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องค์์ประกอบ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96373" y="2435857"/>
            <a:ext cx="1162364" cy="55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บทบาท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96373" y="8554174"/>
            <a:ext cx="1928717" cy="55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ล้้อขับัเคลืื อน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96373" y="5378206"/>
            <a:ext cx="2502713" cy="60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เซนเซอร์ร์ับัภาพ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6373" y="6699837"/>
            <a:ext cx="3912622" cy="60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แปลงสัญัญาณลอจิกิจาก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96373" y="7233237"/>
            <a:ext cx="2524087" cy="55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กํําลัังขับัมอเตอร์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96373" y="3637474"/>
            <a:ext cx="3892410" cy="113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หน่ว่ยประมวลผล, ควบคุมุ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GPIO/PWM รันั YOLO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78245" y="6884003"/>
            <a:ext cx="69174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เปน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21204" y="7166562"/>
            <a:ext cx="1615878" cy="40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ควบคุมุขา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21204" y="2435476"/>
            <a:ext cx="1812131" cy="5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การควบคุมุ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21204" y="8554174"/>
            <a:ext cx="1947377" cy="60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รับักํําลัังจาก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21204" y="3904174"/>
            <a:ext cx="2944959" cy="57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ส่ว่นควบคุมุทัง ัหมด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00040" y="6950678"/>
            <a:ext cx="78151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และ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533" y="8614515"/>
            <a:ext cx="199984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DC Motors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1533" y="7026878"/>
            <a:ext cx="234143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Motor Driver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1533" y="3964515"/>
            <a:ext cx="240128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533" y="5438546"/>
            <a:ext cx="357102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 Camera Module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32272" y="6760178"/>
            <a:ext cx="55688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RPi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50013" y="5438546"/>
            <a:ext cx="260803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(Vision Input)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21204" y="5438546"/>
            <a:ext cx="209154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Picamera2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05402" y="7026878"/>
            <a:ext cx="132052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IN1-IN4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30395" y="8614515"/>
            <a:ext cx="234143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Motor Driver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66231" y="7026878"/>
            <a:ext cx="163026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ENA/ENB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00154" y="582435"/>
            <a:ext cx="13937847" cy="117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b="true" sz="6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บทบาทและการควบคุมุของแต่่ละอุุปกรณ์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293707" cy="5852608"/>
          </a:xfrm>
          <a:custGeom>
            <a:avLst/>
            <a:gdLst/>
            <a:ahLst/>
            <a:cxnLst/>
            <a:rect r="r" b="b" t="t" l="l"/>
            <a:pathLst>
              <a:path h="5852608" w="11293707">
                <a:moveTo>
                  <a:pt x="0" y="0"/>
                </a:moveTo>
                <a:lnTo>
                  <a:pt x="11293707" y="0"/>
                </a:lnTo>
                <a:lnTo>
                  <a:pt x="11293707" y="5852608"/>
                </a:lnTo>
                <a:lnTo>
                  <a:pt x="0" y="5852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88076" y="0"/>
            <a:ext cx="12499924" cy="10287000"/>
          </a:xfrm>
          <a:custGeom>
            <a:avLst/>
            <a:gdLst/>
            <a:ahLst/>
            <a:cxnLst/>
            <a:rect r="r" b="b" t="t" l="l"/>
            <a:pathLst>
              <a:path h="10287000" w="12499924">
                <a:moveTo>
                  <a:pt x="0" y="0"/>
                </a:moveTo>
                <a:lnTo>
                  <a:pt x="12499924" y="0"/>
                </a:lnTo>
                <a:lnTo>
                  <a:pt x="124999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554" t="-5028" r="-31780" b="-2413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746999"/>
            <a:ext cx="18414997" cy="8603494"/>
          </a:xfrm>
          <a:custGeom>
            <a:avLst/>
            <a:gdLst/>
            <a:ahLst/>
            <a:cxnLst/>
            <a:rect r="r" b="b" t="t" l="l"/>
            <a:pathLst>
              <a:path h="8603494" w="18414997">
                <a:moveTo>
                  <a:pt x="0" y="0"/>
                </a:moveTo>
                <a:lnTo>
                  <a:pt x="18414997" y="0"/>
                </a:lnTo>
                <a:lnTo>
                  <a:pt x="18414997" y="8603495"/>
                </a:lnTo>
                <a:lnTo>
                  <a:pt x="0" y="86034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5264" y="441103"/>
            <a:ext cx="10401300" cy="5124450"/>
          </a:xfrm>
          <a:custGeom>
            <a:avLst/>
            <a:gdLst/>
            <a:ahLst/>
            <a:cxnLst/>
            <a:rect r="r" b="b" t="t" l="l"/>
            <a:pathLst>
              <a:path h="5124450" w="10401300">
                <a:moveTo>
                  <a:pt x="0" y="0"/>
                </a:moveTo>
                <a:lnTo>
                  <a:pt x="10401300" y="0"/>
                </a:lnTo>
                <a:lnTo>
                  <a:pt x="10401300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788076" y="0"/>
            <a:ext cx="12499924" cy="10287000"/>
            <a:chOff x="0" y="0"/>
            <a:chExt cx="12499924" cy="1028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99975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2499975">
                  <a:moveTo>
                    <a:pt x="0" y="0"/>
                  </a:moveTo>
                  <a:lnTo>
                    <a:pt x="0" y="10287000"/>
                  </a:lnTo>
                  <a:lnTo>
                    <a:pt x="12499975" y="10287000"/>
                  </a:lnTo>
                  <a:lnTo>
                    <a:pt x="1249997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51882" y="2090871"/>
            <a:ext cx="1278731" cy="48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b="true" sz="2712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ขาในโค้้ด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9601" y="1871796"/>
            <a:ext cx="1354950" cy="182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7"/>
              </a:lnSpc>
            </a:pPr>
            <a:r>
              <a:rPr lang="en-US" b="true" sz="2712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หมายเลข</a:t>
            </a:r>
          </a:p>
          <a:p>
            <a:pPr algn="ctr">
              <a:lnSpc>
                <a:spcPts val="6334"/>
              </a:lnSpc>
            </a:pP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GPIO </a:t>
            </a: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63511" y="1803740"/>
            <a:ext cx="1275559" cy="7511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8"/>
              </a:lnSpc>
            </a:pPr>
            <a:r>
              <a:rPr lang="en-US" b="true" sz="2712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</a:t>
            </a:r>
            <a:r>
              <a:rPr lang="en-US" b="true" sz="2712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2712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ทีี  </a:t>
            </a: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ควบคุมุ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ความเร็ว็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ทิิศทาง 1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ทิิศทาง 2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ควบคุมุ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ความเร็ว็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ทิิศทาง 1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ทิิศทาง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81221" y="1862271"/>
            <a:ext cx="1351836" cy="74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b="true" sz="2712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ประเภท สัญัญาณ</a:t>
            </a:r>
          </a:p>
          <a:p>
            <a:pPr algn="ctr">
              <a:lnSpc>
                <a:spcPts val="3824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PWM Output</a:t>
            </a:r>
          </a:p>
          <a:p>
            <a:pPr algn="ctr">
              <a:lnSpc>
                <a:spcPts val="5392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</a:t>
            </a:r>
          </a:p>
          <a:p>
            <a:pPr algn="ctr">
              <a:lnSpc>
                <a:spcPts val="225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</a:p>
          <a:p>
            <a:pPr algn="ctr">
              <a:lnSpc>
                <a:spcPts val="6781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</a:t>
            </a:r>
          </a:p>
          <a:p>
            <a:pPr algn="ctr">
              <a:lnSpc>
                <a:spcPts val="1356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06993" y="8555831"/>
            <a:ext cx="554393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13832" y="7484678"/>
            <a:ext cx="540344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16213" y="5342372"/>
            <a:ext cx="535419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3262" y="3200067"/>
            <a:ext cx="663997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63683" y="6413525"/>
            <a:ext cx="642566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60123" y="4271220"/>
            <a:ext cx="445808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70112" y="6413525"/>
            <a:ext cx="333794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84694" y="4271220"/>
            <a:ext cx="304276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33345" y="8555831"/>
            <a:ext cx="408965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35726" y="7484678"/>
            <a:ext cx="404041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40794" y="5342372"/>
            <a:ext cx="393849" cy="5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6074" y="6273984"/>
            <a:ext cx="9699060" cy="125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2"/>
              </a:lnSpc>
            </a:pPr>
            <a:r>
              <a:rPr lang="en-US" b="true" sz="6178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การเชื อมต่่อขา GPIO ระหว่า่ง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5423" y="7279548"/>
            <a:ext cx="9298896" cy="137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2"/>
              </a:lnSpc>
            </a:pPr>
            <a:r>
              <a:rPr lang="en-US" b="true" sz="6178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และ L298N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9873901"/>
          </a:xfrm>
          <a:custGeom>
            <a:avLst/>
            <a:gdLst/>
            <a:ahLst/>
            <a:cxnLst/>
            <a:rect r="r" b="b" t="t" l="l"/>
            <a:pathLst>
              <a:path h="9873901" w="18021700">
                <a:moveTo>
                  <a:pt x="0" y="0"/>
                </a:moveTo>
                <a:lnTo>
                  <a:pt x="18021700" y="0"/>
                </a:lnTo>
                <a:lnTo>
                  <a:pt x="18021700" y="9873901"/>
                </a:lnTo>
                <a:lnTo>
                  <a:pt x="0" y="9873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8179" y="8808206"/>
            <a:ext cx="66832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หยุุด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28870" y="7541866"/>
            <a:ext cx="1186405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เลีี ยวขวา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1315" y="6275518"/>
            <a:ext cx="1222343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เลีี ยวซ้า้ย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37136" y="3742830"/>
            <a:ext cx="1013498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เดินิหน้า้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4006" y="5009178"/>
            <a:ext cx="1121969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ถอยหลััง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2927" y="2479977"/>
            <a:ext cx="1633899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การเคลืื อนทีี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16522" y="2480929"/>
            <a:ext cx="2748734" cy="4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การควบคุมุความเร็ว็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3404" y="8845782"/>
            <a:ext cx="119968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(Brake)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2006" y="7579443"/>
            <a:ext cx="1067895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(Pivot)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9684" y="6313094"/>
            <a:ext cx="1067895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(Pivot)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82964" y="2524858"/>
            <a:ext cx="247933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Motor A (17, 27)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21169" y="3561331"/>
            <a:ext cx="3013291" cy="470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IN1=LOW, IN2=HIGH</a:t>
            </a:r>
          </a:p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-1)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IN1=HIGH, IN2=LOW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+1)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IN1=HIGH, IN2=LOW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+1)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IN1=LOW, IN2=HIGH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-1)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87241" y="8845782"/>
            <a:ext cx="3082576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IN1=HIGH, IN2=HIGH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11905" y="2524858"/>
            <a:ext cx="255153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Motor B (22, 23)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4347" y="3561331"/>
            <a:ext cx="3117875" cy="470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IN3=HIGH, IN4=LOW</a:t>
            </a:r>
          </a:p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+1)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IN3=LOW, IN4=HIGH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-1)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IN3=HIGH, IN4=LOW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+1)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IN3=LOW, IN4=HIGH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(ทิิศทาง -1)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0267" y="8845782"/>
            <a:ext cx="3187160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IN3=HIGH, IN4=HIGH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3668" y="8845782"/>
            <a:ext cx="1965150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ENA, ENB = 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69124" y="5046755"/>
            <a:ext cx="277010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ENA, ENB = speed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39756" y="3780406"/>
            <a:ext cx="364598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ENA, ENB = SPEED_FWD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85873" y="6313094"/>
            <a:ext cx="375607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ENA, ENB = SPEED_TURN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85873" y="7579443"/>
            <a:ext cx="375607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ENA, ENB = SPEED_TURN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11354" y="2524858"/>
            <a:ext cx="114884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(PWM)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42333" y="713794"/>
            <a:ext cx="7120052" cy="121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b="true" sz="6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Movement Logic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08138"/>
            <a:ext cx="2204152" cy="132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ส่ว่นทีี 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9599" y="4442003"/>
            <a:ext cx="570062" cy="122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59020" y="5452396"/>
            <a:ext cx="329746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49352" y="2824772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751163"/>
            <a:ext cx="4440517" cy="110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0" tooltip="https://www.canva.com/design/DAG3_otxYkU/eR-OnpwfIBuo04UBpWtbGQ/edit"/>
              </a:rPr>
              <a:t>โค้</a:t>
            </a: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1" tooltip="https://www.canva.com/design/DAG3_otxYkU/eR-OnpwfIBuo04UBpWtbGQ/edit"/>
              </a:rPr>
              <a:t>ดโปรแกรม (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97439" y="2722093"/>
            <a:ext cx="812883" cy="116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2" tooltip="https://www.canva.com/design/DAG3_otxYkU/eR-OnpwfIBuo04UBpWtbGQ/edit"/>
              </a:rPr>
              <a:t> ใช</a:t>
            </a: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77604" y="2862358"/>
            <a:ext cx="2965809" cy="102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  <a:hlinkClick r:id="rId13" tooltip="https://www.canva.com/design/DAG3_otxYkU/eR-OnpwfIBuo04UBpWtbGQ/edit"/>
              </a:rPr>
              <a:t> ้PIcam 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81834" y="4281564"/>
            <a:ext cx="8406422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  <a:hlinkClick r:id="rId14" tooltip="https://www.canva.com/design/DAG3_mgIMvY/NM7IpvO43GXgHlBVmudXqg/edit"/>
              </a:rPr>
              <a:t>Motor Control &amp; Setup </a:t>
            </a: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  <a:hlinkClick r:id="rId15" tooltip="https://www.canva.com/design/DAG3_zhtKzE/-OxW249GhbN4JdEFPKVyjg/edit"/>
              </a:rPr>
              <a:t>Camera &amp; YOLO Setup </a:t>
            </a: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  <a:hlinkClick r:id="rId16" tooltip="https://www.canva.com/design/DAG3_58IyH4/E7phtyEDUYwBe0wf7kJq_Q/edit"/>
              </a:rPr>
              <a:t>MainLoop&amp;Navigation Logic </a:t>
            </a: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  <a:hlinkClick r:id="rId17" tooltip="https://www.canva.com/design/DAG4TZQrpIc/biiu3mWiVjVSnX7unVjmRw/edit"/>
              </a:rPr>
              <a:t>Code check YOLO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4397" y="495157"/>
            <a:ext cx="3119257" cy="61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3_otxYkU/eR-OnpwfIBuo04UBpWtbGQ/edit"/>
              </a:rPr>
              <a:t>โค้</a:t>
            </a: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3_otxYkU/eR-OnpwfIBuo04UBpWtbGQ/edit"/>
              </a:rPr>
              <a:t>ดของโปรแกรม (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62484" y="479222"/>
            <a:ext cx="445513" cy="64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3_otxYkU/eR-OnpwfIBuo04UBpWtbGQ/edit"/>
              </a:rPr>
              <a:t> ใช</a:t>
            </a: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90052" y="563147"/>
            <a:ext cx="1625422" cy="56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b="true" sz="3014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canva.com/design/DAG3_otxYkU/eR-OnpwfIBuo04UBpWtbGQ/edit"/>
              </a:rPr>
              <a:t> ้PIcam 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7746" y="1099547"/>
            <a:ext cx="82363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www.canva.com/design/DAG3_mgIMvY/NM7IpvO43GXgHlBVmudXqg/edit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63069" y="1031615"/>
            <a:ext cx="3825269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9" tooltip="https://www.canva.com/design/DAG3_mgIMvY/NM7IpvO43GXgHlBVmudXqg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0" tooltip="https://www.canva.com/design/DAG3_mgIMvY/NM7IpvO43GXgHlBVmudXqg/edit"/>
              </a:rPr>
              <a:t>ดควบค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ุ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1" tooltip="https://www.canva.com/design/DAG3_mgIMvY/NM7IpvO43GXgHlBVmudXqg/edit"/>
              </a:rPr>
              <a:t>มุมอเตอร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์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2" tooltip="https://www.canva.com/design/DAG3_mgIMvY/NM7IpvO43GXgHlBVmudXqg/edit"/>
              </a:rPr>
              <a:t>แ์ละ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3318" y="1099547"/>
            <a:ext cx="5796763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13" tooltip="https://www.canva.com/design/DAG3_mgIMvY/NM7IpvO43GXgHlBVmudXqg/edit"/>
              </a:rPr>
              <a:t>GPIO (MotorControl &amp; Setup)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206" y="7126453"/>
            <a:ext cx="1052027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4" tooltip="https://www.canva.com/design/DAG3_5m9JrE/wynAJ1-pY_97dO5FSHOsxQ/edit"/>
              </a:rPr>
              <a:t>ฟง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5" tooltip="https://www.canva.com/design/DAG3_5m9JrE/wynAJ1-pY_97dO5FSHOsxQ/edit"/>
              </a:rPr>
              <a:t>ก์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6" tooltip="https://www.canva.com/design/DAG3_5m9JrE/wynAJ1-pY_97dO5FSHOsxQ/edit"/>
              </a:rPr>
              <a:t>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7" tooltip="https://www.canva.com/design/DAG3_5m9JrE/wynAJ1-pY_97dO5FSHOsxQ/edit"/>
              </a:rPr>
              <a:t>นั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31683" y="7113241"/>
            <a:ext cx="647929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8" tooltip="https://www.canva.com/design/DAG3_5m9JrE/wynAJ1-pY_97dO5FSHOsxQ/edit"/>
              </a:rPr>
              <a:t> และ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99662" y="3964029"/>
            <a:ext cx="396557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9" tooltip="https://www.canva.com/design/DAG3_z316ug/XDjO-YAkPSNzFPQXsDmYDA/edit"/>
              </a:rPr>
              <a:t>การน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0" tooltip="https://www.canva.com/design/DAG3_z316ug/XDjO-YAkPSNzFPQXsDmYDA/edit"/>
              </a:rPr>
              <a:t>าํเข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1" tooltip="https://www.canva.com/design/DAG3_z316ug/XDjO-YAkPSNzFPQXsDmYDA/edit"/>
              </a:rPr>
              <a:t>า้และกํ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2" tooltip="https://www.canva.com/design/DAG3_z316ug/XDjO-YAkPSNzFPQXsDmYDA/edit"/>
              </a:rPr>
              <a:t>าหนดขา/ค่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3" tooltip="https://www.canva.com/design/DAG3_z316ug/XDjO-YAkPSNzFPQXsDmYDA/edit"/>
              </a:rPr>
              <a:t>าคงที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ี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17292" y="3470396"/>
            <a:ext cx="1669190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นําํเข้า้ไลบรารี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65769" y="3507972"/>
            <a:ext cx="8645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19801" y="3908546"/>
            <a:ext cx="3912460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ตััวแปรสําํคััญ เช่น่ หมายเลขขา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42933" y="4304909"/>
            <a:ext cx="1859585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ENB), ความถีี 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63714" y="4784846"/>
            <a:ext cx="2606907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พารามิเิตอร์ก์ารขับัขี 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47941" y="2300307"/>
            <a:ext cx="1357379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7467" y="6414745"/>
            <a:ext cx="1788023" cy="5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เตรียีมพร้อ้ม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47696" y="6399381"/>
            <a:ext cx="2922937" cy="52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โหมด BCM, Output)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60936" y="6866106"/>
            <a:ext cx="2614679" cy="49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และเริม ต้้นสัญัญาณ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76058" y="6866106"/>
            <a:ext cx="2549604" cy="45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เพื อควบคุมุความเร็ว็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82908" y="7338670"/>
            <a:ext cx="3952294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รับัประกัันว่า่มอเตอร์จ์ะหยุุดและ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23616" y="7672045"/>
            <a:ext cx="5658717" cy="58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จะถูกูทํําความสะอาดทุกุครง ัทีี โปรแกรมสิน สุดุ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74122" y="8285331"/>
            <a:ext cx="3297250" cy="39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ช่ว่ยปอ งกัันความเสียีหาย)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47602" y="7164029"/>
            <a:ext cx="1207780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24" tooltip="https://www.canva.com/design/DAG3_5m9JrE/wynAJ1-pY_97dO5FSHOsxQ/edit"/>
              </a:rPr>
              <a:t>setup()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66905" y="7164029"/>
            <a:ext cx="3064116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25" tooltip="https://www.canva.com/design/DAG3_5m9JrE/wynAJ1-pY_97dO5FSHOsxQ/edit"/>
              </a:rPr>
              <a:t>_safe_shutdown()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23386" y="6475057"/>
            <a:ext cx="141502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2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setup()</a:t>
            </a:r>
            <a:r>
              <a:rPr lang="en-US" sz="2499" spc="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60429" y="6475057"/>
            <a:ext cx="1007021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12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GPIO(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24342" y="6913207"/>
            <a:ext cx="78231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78885" y="7351357"/>
            <a:ext cx="3064116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_safe_shutdown()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65226" y="7789507"/>
            <a:ext cx="77357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GPIO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29999" y="8227657"/>
            <a:ext cx="14700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38190" y="3428609"/>
            <a:ext cx="4790284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ีRPi.GPIO,time, atexit และกํําหนด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55547" y="3946122"/>
            <a:ext cx="293394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GPIO (IN1-IN4, ENA,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66047" y="4304909"/>
            <a:ext cx="3919595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PWM(PWM_FREQ), และค่่า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19500" y="4822422"/>
            <a:ext cx="394581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(SPEED_FWD, TURN_DUR,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20629" y="5260572"/>
            <a:ext cx="2968590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COMMAND_HOLD)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1492" y="734701"/>
            <a:ext cx="3825269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3_mgIMvY/NM7IpvO43GXgHlBVmudXqg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3_mgIMvY/NM7IpvO43GXgHlBVmudXqg/edit"/>
              </a:rPr>
              <a:t>ดควบค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ุ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3_mgIMvY/NM7IpvO43GXgHlBVmudXqg/edit"/>
              </a:rPr>
              <a:t>มุมอเตอร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์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7" tooltip="https://www.canva.com/design/DAG3_mgIMvY/NM7IpvO43GXgHlBVmudXqg/edit"/>
              </a:rPr>
              <a:t>แ์ละ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71742" y="802643"/>
            <a:ext cx="5796763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www.canva.com/design/DAG3_mgIMvY/NM7IpvO43GXgHlBVmudXqg/edit"/>
              </a:rPr>
              <a:t>GPIO (Motor Control &amp; Setup)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59932" y="4254332"/>
            <a:ext cx="2907401" cy="44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9" tooltip="https://www.canva.com/design/DAG3_86KAhI/CDIbT5M2KdknpkD9BFlppQ/edit"/>
              </a:rPr>
              <a:t>ฟง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0" tooltip="https://www.canva.com/design/DAG3_86KAhI/CDIbT5M2KdknpkD9BFlppQ/edit"/>
              </a:rPr>
              <a:t>ก์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1" tooltip="https://www.canva.com/design/DAG3_86KAhI/CDIbT5M2KdknpkD9BFlppQ/edit"/>
              </a:rPr>
              <a:t>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2" tooltip="https://www.canva.com/design/DAG3_86KAhI/CDIbT5M2KdknpkD9BFlppQ/edit"/>
              </a:rPr>
              <a:t>นัข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3" tooltip="https://www.canva.com/design/DAG3_86KAhI/CDIbT5M2KdknpkD9BFlppQ/edit"/>
              </a:rPr>
              <a:t>บัเคลื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ื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4" tooltip="https://www.canva.com/design/DAG3_86KAhI/CDIbT5M2KdknpkD9BFlppQ/edit"/>
              </a:rPr>
              <a:t>อนรวมๆ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17242" y="6688303"/>
            <a:ext cx="3521650" cy="44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5" tooltip="https://www.canva.com/design/DAG3_86KAhI/CDIbT5M2KdknpkD9BFlppQ/edit"/>
              </a:rPr>
              <a:t>ฟง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6" tooltip="https://www.canva.com/design/DAG3_86KAhI/CDIbT5M2KdknpkD9BFlppQ/edit"/>
              </a:rPr>
              <a:t>ก์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7" tooltip="https://www.canva.com/design/DAG3_86KAhI/CDIbT5M2KdknpkD9BFlppQ/edit"/>
              </a:rPr>
              <a:t>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8" tooltip="https://www.canva.com/design/DAG3_86KAhI/CDIbT5M2KdknpkD9BFlppQ/edit"/>
              </a:rPr>
              <a:t>นัข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9" tooltip="https://www.canva.com/design/DAG3_86KAhI/CDIbT5M2KdknpkD9BFlppQ/edit"/>
              </a:rPr>
              <a:t>บัเคลื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ื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0" tooltip="https://www.canva.com/design/DAG3_86KAhI/CDIbT5M2KdknpkD9BFlppQ/edit"/>
              </a:rPr>
              <a:t>อนลงละเอี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ี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1" tooltip="https://www.canva.com/design/DAG3_86KAhI/CDIbT5M2KdknpkD9BFlppQ/edit"/>
              </a:rPr>
              <a:t>ยด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7941" y="2300307"/>
            <a:ext cx="1357379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22667" y="3761984"/>
            <a:ext cx="561470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และ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45146" y="4213346"/>
            <a:ext cx="3718836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ซึ งเปน กลไกหลัักในการเปลีี ยน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61749" y="4651496"/>
            <a:ext cx="789099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บนขา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65512" y="4651496"/>
            <a:ext cx="2122513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และปรับัความเร็ว็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51463" y="5076434"/>
            <a:ext cx="2696280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ของมอเตอร์แ์ต่่ละตััว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43372" y="6862420"/>
            <a:ext cx="561470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และ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12444" y="7300570"/>
            <a:ext cx="561470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และ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24062" y="3746621"/>
            <a:ext cx="3772586" cy="51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ได้แ้ก่่ _drive_motor_a()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06205" y="4250922"/>
            <a:ext cx="3116656" cy="90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_drive_motor_b() ทิิศทาง (HIGH/LOW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35369" y="4689072"/>
            <a:ext cx="454295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IN)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02366" y="5047859"/>
            <a:ext cx="3518087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(Duty Cycle ของ PWM)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8346" y="6837531"/>
            <a:ext cx="6584128" cy="96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ได้แ้ก่่ forward(), backward(), left(), right(),</a:t>
            </a:r>
          </a:p>
          <a:p>
            <a:pPr algn="ctr">
              <a:lnSpc>
                <a:spcPts val="359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stop() เปน คํําสัง สําํเร็จ็รูปูทีี ใช้ต้รรกะของมอเตอร์ ์A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45596" y="7776820"/>
            <a:ext cx="539676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B ร่ว่มกัันเพื อสร้า้งการเคลืื อนทีี ทีี ซับัซ้อ้นขึ น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6580" y="735082"/>
            <a:ext cx="1607106" cy="60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3_zhtKzE/-OxW249GhbN4JdEFPKVyjg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3_zhtKzE/-OxW249GhbN4JdEFPKVyjg/edit"/>
              </a:rPr>
              <a:t>ดตั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ั 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3_zhtKzE/-OxW249GhbN4JdEFPKVyjg/edit"/>
              </a:rPr>
              <a:t>งค่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7" tooltip="https://www.canva.com/design/DAG3_zhtKzE/-OxW249GhbN4JdEFPKVyjg/edit"/>
              </a:rPr>
              <a:t>า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2168" y="802643"/>
            <a:ext cx="6107535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www.canva.com/design/DAG3_zhtKzE/-OxW249GhbN4JdEFPKVyjg/edit"/>
              </a:rPr>
              <a:t>Vision (Camera &amp; YOLO Setup)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4078" y="6406744"/>
            <a:ext cx="1417596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9" tooltip="https://www.canva.com/design/DAG3_xRnas4/o0oe-VYnb_IWTvIdzs3-fg/edit"/>
              </a:rPr>
              <a:t>การเตร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ี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0" tooltip="https://www.canva.com/design/DAG3_xRnas4/o0oe-VYnb_IWTvIdzs3-fg/edit"/>
              </a:rPr>
              <a:t>ยีม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3259" y="8381914"/>
            <a:ext cx="1280303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1" tooltip="https://www.canva.com/design/DAG3_4NJl6U/7RKK-VZhHad2jA3w9WzJxw/edit"/>
              </a:rPr>
              <a:t>การตัง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2" tooltip="https://www.canva.com/design/DAG3_4NJl6U/7RKK-VZhHad2jA3w9WzJxw/edit"/>
              </a:rPr>
              <a:t>ค่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3" tooltip="https://www.canva.com/design/DAG3_4NJl6U/7RKK-VZhHad2jA3w9WzJxw/edit"/>
              </a:rPr>
              <a:t>า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76286" y="3464052"/>
            <a:ext cx="130038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4" tooltip="https://www.canva.com/design/DAG3_x8T1Rs/WYg9xESOkDjZwqIkmsNbBw/edit"/>
              </a:rPr>
              <a:t>การน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5" tooltip="https://www.canva.com/design/DAG3_x8T1Rs/WYg9xESOkDjZwqIkmsNbBw/edit"/>
              </a:rPr>
              <a:t>าํเข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6" tooltip="https://www.canva.com/design/DAG3_x8T1Rs/WYg9xESOkDjZwqIkmsNbBw/edit"/>
              </a:rPr>
              <a:t>า้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7941" y="2033607"/>
            <a:ext cx="1357379" cy="7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9498" y="2946521"/>
            <a:ext cx="6416726" cy="75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นําํเข้า้ไลบรารีทีีี เกีี ยวข้อ้งกัับการประมวลผลภาพและ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4721" y="3860921"/>
            <a:ext cx="759314" cy="27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ได้แ้ก่่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21507" y="3860921"/>
            <a:ext cx="475021" cy="234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35679" y="4676365"/>
            <a:ext cx="6865191" cy="502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จัดัการการรับัพารามิเิตอร์จ์ากภายนอก เช่น่ ชื อไฟล์์ โมเดล , ความละเอีียดกล้้อง, เฟรมเรต (--fps), และค่่า ความเชื อมัน ตํํ าสุดุ (--conf)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โหลดไฟล์์โมเดลทีี ฝ กมาแล้้ว (YOLO(args.model))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และตัง ัค่่าอุุปกรณ์ที์ี ใช้ป้ระมวลผล (CPU หรือื GPU) มี</a:t>
            </a:r>
          </a:p>
          <a:p>
            <a:pPr algn="ctr">
              <a:lnSpc>
                <a:spcPts val="536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การรันั Warmup เพื อเตรียีมโมเดลให้ทํ้ํางานได้เ้ร็ว็ขึ น</a:t>
            </a:r>
          </a:p>
          <a:p>
            <a:pPr algn="ctr">
              <a:lnSpc>
                <a:spcPts val="153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เมื อเข้า้ลูปูหลััก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ตัง ัค่่ากล้้องตามความละเอีียดและเฟรมเรตทีี กํําหนด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(video_config) และเริม การทํํางานของกล้้องเพื อ</a:t>
            </a:r>
          </a:p>
          <a:p>
            <a:pPr algn="ctr">
              <a:lnSpc>
                <a:spcPts val="535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เตรียี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มพร้อ้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มรับั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ภาพวิดิี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โี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อแบบเรียี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ลไทม์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71314" y="4974298"/>
            <a:ext cx="218727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7" tooltip="https://www.canva.com/design/DAG3_59naZY/LjmSwf2fN5Q8hLI1jYda3Q/edit"/>
              </a:rPr>
              <a:t>parse_args()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51160" y="3501628"/>
            <a:ext cx="961692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8" tooltip="https://www.canva.com/design/DAG3_x8T1Rs/WYg9xESOkDjZwqIkmsNbBw/edit"/>
              </a:rPr>
              <a:t>Vision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58454" y="8419500"/>
            <a:ext cx="174269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9" tooltip="https://www.canva.com/design/DAG3_4NJl6U/7RKK-VZhHad2jA3w9WzJxw/edit"/>
              </a:rPr>
              <a:t>Picamera2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43871" y="6444320"/>
            <a:ext cx="1909772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20" tooltip="https://www.canva.com/design/DAG3_xRnas4/o0oe-VYnb_IWTvIdzs3-fg/edit"/>
              </a:rPr>
              <a:t>YOLO 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9138" y="3688947"/>
            <a:ext cx="5179162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ultralytics.YOLO,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picamera2,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cv2,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84410" y="4127097"/>
            <a:ext cx="84965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torch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00399" y="3250797"/>
            <a:ext cx="29789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9299" y="735082"/>
            <a:ext cx="3753783" cy="60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3_58IyH4/E7phtyEDUYwBe0wf7kJq_Q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3_58IyH4/E7phtyEDUYwBe0wf7kJq_Q/edit"/>
              </a:rPr>
              <a:t>ดล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ู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3_58IyH4/E7phtyEDUYwBe0wf7kJq_Q/edit"/>
              </a:rPr>
              <a:t>ปูและการตั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ั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7" tooltip="https://www.canva.com/design/DAG3_58IyH4/E7phtyEDUYwBe0wf7kJq_Q/edit"/>
              </a:rPr>
              <a:t>ดส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ิ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8" tooltip="https://www.canva.com/design/DAG3_58IyH4/E7phtyEDUYwBe0wf7kJq_Q/edit"/>
              </a:rPr>
              <a:t>นิใจ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29473" y="802643"/>
            <a:ext cx="6219806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9" tooltip="https://www.canva.com/design/DAG3_58IyH4/E7phtyEDUYwBe0wf7kJq_Q/edit"/>
              </a:rPr>
              <a:t>(Main Loop &amp; Navigation Logic)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8371" y="6607921"/>
            <a:ext cx="2441448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0" tooltip="https://www.canva.com/design/DAG3_1NxR7I/eMWbXU6rdtRHHYWSg2mH9w/edit"/>
              </a:rPr>
              <a:t>ตรรกะการตั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1" tooltip="https://www.canva.com/design/DAG3_1NxR7I/eMWbXU6rdtRHHYWSg2mH9w/edit"/>
              </a:rPr>
              <a:t>ดส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2" tooltip="https://www.canva.com/design/DAG3_1NxR7I/eMWbXU6rdtRHHYWSg2mH9w/edit"/>
              </a:rPr>
              <a:t>นิใจ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82816" y="5158245"/>
            <a:ext cx="1964817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3" tooltip="https://www.canva.com/design/DAG3__PmC-M/Pis2vkPWV_0l1S846HQ9iQ/edit"/>
              </a:rPr>
              <a:t>การจ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4" tooltip="https://www.canva.com/design/DAG3__PmC-M/Pis2vkPWV_0l1S846HQ9iQ/edit"/>
              </a:rPr>
              <a:t>บัภาพและ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3904" y="3894477"/>
            <a:ext cx="2287324" cy="4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5" tooltip="https://www.canva.com/design/DAG3_wXQFV8/UZxbnsOiwuiiZvkiV5a7bg/edit"/>
              </a:rPr>
              <a:t>การเร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6" tooltip="https://www.canva.com/design/DAG3_wXQFV8/UZxbnsOiwuiiZvkiV5a7bg/edit"/>
              </a:rPr>
              <a:t>ม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7" tooltip="https://www.canva.com/design/DAG3_wXQFV8/UZxbnsOiwuiiZvkiV5a7bg/edit"/>
              </a:rPr>
              <a:t>ต้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8" tooltip="https://www.canva.com/design/DAG3_wXQFV8/UZxbnsOiwuiiZvkiV5a7bg/edit"/>
              </a:rPr>
              <a:t>นล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ู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9" tooltip="https://www.canva.com/design/DAG3_wXQFV8/UZxbnsOiwuiiZvkiV5a7bg/edit"/>
              </a:rPr>
              <a:t>ปูหลั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0" tooltip="https://www.canva.com/design/DAG3_wXQFV8/UZxbnsOiwuiiZvkiV5a7bg/edit"/>
              </a:rPr>
              <a:t>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2816" y="8174488"/>
            <a:ext cx="3386938" cy="4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1" tooltip="https://www.canva.com/design/DAG3_x0Xr0A/4wgW4iDW7smcYhetq2oTjA/edit"/>
              </a:rPr>
              <a:t>การส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2" tooltip="https://www.canva.com/design/DAG3_x0Xr0A/4wgW4iDW7smcYhetq2oTjA/edit"/>
              </a:rPr>
              <a:t>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3" tooltip="https://www.canva.com/design/DAG3_x0Xr0A/4wgW4iDW7smcYhetq2oTjA/edit"/>
              </a:rPr>
              <a:t>งานมอเตอร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4" tooltip="https://www.canva.com/design/DAG3_x0Xr0A/4wgW4iDW7smcYhetq2oTjA/edit"/>
              </a:rPr>
              <a:t>อั์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5" tooltip="https://www.canva.com/design/DAG3_x0Xr0A/4wgW4iDW7smcYhetq2oTjA/edit"/>
              </a:rPr>
              <a:t>จฉร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6" tooltip="https://www.canva.com/design/DAG3_x0Xr0A/4wgW4iDW7smcYhetq2oTjA/edit"/>
              </a:rPr>
              <a:t>ยิะ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47941" y="2033607"/>
            <a:ext cx="1357379" cy="7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71693" y="2952607"/>
            <a:ext cx="6791687" cy="163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ฟง ก์์ชันั main() เริม ต้้นด้ว้ยการสัง 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forward(SPEED_FWD) ให้ร้ถเคลืื อนทีี ทัันทีี จากนน ั</a:t>
            </a:r>
          </a:p>
          <a:p>
            <a:pPr algn="ctr">
              <a:lnSpc>
                <a:spcPts val="536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เข้า้สู่ลู่ปู while True เพื อทํํางานอย่า่งต่่อเนื อง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9122" y="4624845"/>
            <a:ext cx="8270805" cy="102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ในแต่่ละรอบลูปู จะมีกีาร จับัภาพ ล่่าสุดุจากกล้้อง และทํําการ YOLO</a:t>
            </a:r>
          </a:p>
          <a:p>
            <a:pPr algn="ctr">
              <a:lnSpc>
                <a:spcPts val="242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Detection (model()) ตามรอบทีี กํําหนด (args.skip) เพื อ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69895" y="5501145"/>
            <a:ext cx="2137734" cy="5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ค้้นหาปา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ยหรือื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วัตั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65700" y="5501145"/>
            <a:ext cx="197529" cy="53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42396" y="6037717"/>
            <a:ext cx="8916781" cy="199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1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วิเิคราะห์ผ์ลลััพธ์จ์าก YOLO (Class ID) เพื อกํําหนด action_name</a:t>
            </a:r>
          </a:p>
          <a:p>
            <a:pPr algn="ctr">
              <a:lnSpc>
                <a:spcPts val="142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("stop", "left", "right", "go") กลุ่มโค้้ดนีมี ตีรรกะพิเิศษ สําํหรับัการ</a:t>
            </a:r>
          </a:p>
          <a:p>
            <a:pPr algn="ctr">
              <a:lnSpc>
                <a:spcPts val="5471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ตรวจสอบ Class ID 2 (right) ซ ําด้ว้ย Conf. ตํํ า เพื อดูวู่า่ควรเปลีี ยน</a:t>
            </a:r>
          </a:p>
          <a:p>
            <a:pPr algn="ctr">
              <a:lnSpc>
                <a:spcPts val="1714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ไปสัง  Class ID 1 (left) แทนหรือืไม่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3651" y="7907788"/>
            <a:ext cx="6647278" cy="163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ตรวจสอบว่า่คํําสัง ทีี ตััดสินิใจได้ถู้กูสัง ซ ําถีี เกิินไปหรือืไม่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(โดยใช้ ้COMMAND_HOLD) หากผ่า่นเงืื อนไข จะ</a:t>
            </a:r>
          </a:p>
          <a:p>
            <a:pPr algn="ctr">
              <a:lnSpc>
                <a:spcPts val="56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เรียีกใช้ฟ้ง ก์์ชันัมอเตอร์ที์ี เกีี ยวข้อ้ง: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09104" y="5195821"/>
            <a:ext cx="152024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27" tooltip="https://www.canva.com/design/DAG3__PmC-M/Pis2vkPWV_0l1S846HQ9iQ/edit"/>
              </a:rPr>
              <a:t>Inference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31946" y="6645497"/>
            <a:ext cx="3727580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28" tooltip="https://www.canva.com/design/DAG3_1NxR7I/eMWbXU6rdtRHHYWSg2mH9w/edit"/>
              </a:rPr>
              <a:t>(Action Determination)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159736" cy="8902341"/>
          </a:xfrm>
          <a:custGeom>
            <a:avLst/>
            <a:gdLst/>
            <a:ahLst/>
            <a:cxnLst/>
            <a:rect r="r" b="b" t="t" l="l"/>
            <a:pathLst>
              <a:path h="8902341" w="10159736">
                <a:moveTo>
                  <a:pt x="0" y="0"/>
                </a:moveTo>
                <a:lnTo>
                  <a:pt x="10159736" y="0"/>
                </a:lnTo>
                <a:lnTo>
                  <a:pt x="1015973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08138"/>
            <a:ext cx="2204152" cy="132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ส่ว่นทีี 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9599" y="4442003"/>
            <a:ext cx="547326" cy="122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66939" y="2824772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9020" y="5452396"/>
            <a:ext cx="329746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45309" y="2751163"/>
            <a:ext cx="4440517" cy="110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0" tooltip="https://www.canva.com/design/DAG4AKlCyPI/LfAyIwZU0C8Hk2-EL5j3CQ/edit"/>
              </a:rPr>
              <a:t>โค้</a:t>
            </a: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1" tooltip="https://www.canva.com/design/DAG4AKlCyPI/LfAyIwZU0C8Hk2-EL5j3CQ/edit"/>
              </a:rPr>
              <a:t>ดโปรแกรม (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8739" y="2722093"/>
            <a:ext cx="812883" cy="116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2" tooltip="https://www.canva.com/design/DAG4AKlCyPI/LfAyIwZU0C8Hk2-EL5j3CQ/edit"/>
              </a:rPr>
              <a:t> ใช</a:t>
            </a: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78903" y="2862358"/>
            <a:ext cx="3983136" cy="102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  <a:hlinkClick r:id="rId13" tooltip="https://www.canva.com/design/DAG4AKlCyPI/LfAyIwZU0C8Hk2-EL5j3CQ/edit"/>
              </a:rPr>
              <a:t> ้Webcam 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81834" y="4281564"/>
            <a:ext cx="4823155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  <a:hlinkClick r:id="rId14" tooltip="https://www.canva.com/design/DAG4AbxAqVE/OgXMBDcsusvLlH2He7Agsg/edit"/>
              </a:rPr>
              <a:t>Setup &amp; Imports Motor Control YOLO Inference Main Loop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31029" y="495157"/>
            <a:ext cx="3119257" cy="61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4AKlCyPI/LfAyIwZU0C8Hk2-EL5j3CQ/edit"/>
              </a:rPr>
              <a:t>โค้</a:t>
            </a: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4AKlCyPI/LfAyIwZU0C8Hk2-EL5j3CQ/edit"/>
              </a:rPr>
              <a:t>ดของโปรแกรม (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89116" y="479222"/>
            <a:ext cx="445513" cy="64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4AKlCyPI/LfAyIwZU0C8Hk2-EL5j3CQ/edit"/>
              </a:rPr>
              <a:t> ใช</a:t>
            </a:r>
            <a:r>
              <a:rPr lang="en-US" b="true" sz="3014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16684" y="563147"/>
            <a:ext cx="2182978" cy="56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b="true" sz="3014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canva.com/design/DAG4AKlCyPI/LfAyIwZU0C8Hk2-EL5j3CQ/edit"/>
              </a:rPr>
              <a:t> ้Webcam 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9796" y="1099547"/>
            <a:ext cx="82363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www.canva.com/design/DAG4APohhkQ/dHx_n2pf_CBP9TkqqyOy4w/edit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34708" y="1031996"/>
            <a:ext cx="4993015" cy="55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9" tooltip="https://www.canva.com/design/DAG4APohhkQ/dHx_n2pf_CBP9TkqqyOy4w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0" tooltip="https://www.canva.com/design/DAG4APohhkQ/dHx_n2pf_CBP9TkqqyOy4w/edit"/>
              </a:rPr>
              <a:t>ดส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1" tooltip="https://www.canva.com/design/DAG4APohhkQ/dHx_n2pf_CBP9TkqqyOy4w/edit"/>
              </a:rPr>
              <a:t>ว่นการตั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ั 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2" tooltip="https://www.canva.com/design/DAG4APohhkQ/dHx_n2pf_CBP9TkqqyOy4w/edit"/>
              </a:rPr>
              <a:t>งค่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3" tooltip="https://www.canva.com/design/DAG4APohhkQ/dHx_n2pf_CBP9TkqqyOy4w/edit"/>
              </a:rPr>
              <a:t>าและการน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ํ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4" tooltip="https://www.canva.com/design/DAG4APohhkQ/dHx_n2pf_CBP9TkqqyOy4w/edit"/>
              </a:rPr>
              <a:t>าํเข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15" tooltip="https://www.canva.com/design/DAG4APohhkQ/dHx_n2pf_CBP9TkqqyOy4w/edit"/>
              </a:rPr>
              <a:t>า้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10540" y="1099547"/>
            <a:ext cx="3584819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16" tooltip="https://www.canva.com/design/DAG4APohhkQ/dHx_n2pf_CBP9TkqqyOy4w/edit"/>
              </a:rPr>
              <a:t>(Setup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17" tooltip="https://www.canva.com/design/DAG4APohhkQ/dHx_n2pf_CBP9TkqqyOy4w/edit"/>
              </a:rPr>
              <a:t> </a:t>
            </a: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18" tooltip="https://www.canva.com/design/DAG4APohhkQ/dHx_n2pf_CBP9TkqqyOy4w/edit"/>
              </a:rPr>
              <a:t>&amp;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19" tooltip="https://www.canva.com/design/DAG4APohhkQ/dHx_n2pf_CBP9TkqqyOy4w/edit"/>
              </a:rPr>
              <a:t> </a:t>
            </a: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20" tooltip="https://www.canva.com/design/DAG4APohhkQ/dHx_n2pf_CBP9TkqqyOy4w/edit"/>
              </a:rPr>
              <a:t>Imports)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2816" y="7944983"/>
            <a:ext cx="1280303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1" tooltip="https://www.canva.com/design/DAG4AUweJUM/Ny4mhqHQ1T_ZaFhh-vJupw/edit"/>
              </a:rPr>
              <a:t>การตัง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2" tooltip="https://www.canva.com/design/DAG4AUweJUM/Ny4mhqHQ1T_ZaFhh-vJupw/edit"/>
              </a:rPr>
              <a:t>ค่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3" tooltip="https://www.canva.com/design/DAG4AUweJUM/Ny4mhqHQ1T_ZaFhh-vJupw/edit"/>
              </a:rPr>
              <a:t>า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7878" y="5300701"/>
            <a:ext cx="1907505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4" tooltip="https://www.canva.com/design/DAG4AL2AGvI/7CID0VXNGgKv3ZGR_O2KWQ/edit"/>
              </a:rPr>
              <a:t>การกํ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5" tooltip="https://www.canva.com/design/DAG4AL2AGvI/7CID0VXNGgKv3ZGR_O2KWQ/edit"/>
              </a:rPr>
              <a:t>าหนดพ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6" tooltip="https://www.canva.com/design/DAG4AL2AGvI/7CID0VXNGgKv3ZGR_O2KWQ/edit"/>
              </a:rPr>
              <a:t>นิ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88143" y="6469228"/>
            <a:ext cx="2721216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7" tooltip="https://www.canva.com/design/DAG4AeNpqHY/B26QZH0UJ3lPpPwbl0GT_w/edit"/>
              </a:rPr>
              <a:t>การปร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8" tooltip="https://www.canva.com/design/DAG4AeNpqHY/B26QZH0UJ3lPpPwbl0GT_w/edit"/>
              </a:rPr>
              <a:t>บัพฤติ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9" tooltip="https://www.canva.com/design/DAG4AeNpqHY/B26QZH0UJ3lPpPwbl0GT_w/edit"/>
              </a:rPr>
              <a:t>กรรมรถ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7878" y="3964029"/>
            <a:ext cx="2695956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0" tooltip="https://www.canva.com/design/DAG4AGxixZo/3E5PLomD5wRWVTQteCnz0g/edit?utm_content=DAG4AGxixZo&amp;utm_campaign=designshare&amp;utm_medium=link2&amp;utm_source=sharebutton"/>
              </a:rPr>
              <a:t>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1" tooltip="https://www.canva.com/design/DAG4AGxixZo/3E5PLomD5wRWVTQteCnz0g/edit?utm_content=DAG4AGxixZo&amp;utm_campaign=designshare&amp;utm_medium=link2&amp;utm_source=sharebutton"/>
              </a:rPr>
              <a:t>ว่นการน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2" tooltip="https://www.canva.com/design/DAG4AGxixZo/3E5PLomD5wRWVTQteCnz0g/edit?utm_content=DAG4AGxixZo&amp;utm_campaign=designshare&amp;utm_medium=link2&amp;utm_source=sharebutton"/>
              </a:rPr>
              <a:t>าํเข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3" tooltip="https://www.canva.com/design/DAG4AGxixZo/3E5PLomD5wRWVTQteCnz0g/edit?utm_content=DAG4AGxixZo&amp;utm_campaign=designshare&amp;utm_medium=link2&amp;utm_source=sharebutton"/>
              </a:rPr>
              <a:t>า้ไลบราร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7941" y="2300307"/>
            <a:ext cx="1357379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28144" y="7703677"/>
            <a:ext cx="5133508" cy="4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กํําหนดพารามิเิตอร์ที์ี รับัจากบรรทััดคํําสัง 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33777" y="8141827"/>
            <a:ext cx="4690872" cy="4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โมเดล, ความละเอีียดกล้้อง และแมป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77225" y="8519141"/>
            <a:ext cx="2301240" cy="55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AI ไปเปน ชื อคํําสัง 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49576" y="6250153"/>
            <a:ext cx="6155417" cy="89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ตัง ัค่่าความเร็ว็เริม ต้้น, ระยะเวลาเลีี ยวสัน , และเวลา หน่ว่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งคํําสัง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ซ ํา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เพื อ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ปอ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งกัันมอเตอร์ทํ์ํ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างานหนักั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05115" y="7694152"/>
            <a:ext cx="918629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เช่น่ ชื อ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01842" y="8169888"/>
            <a:ext cx="8645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73891" y="8132302"/>
            <a:ext cx="53686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93604" y="3557626"/>
            <a:ext cx="6611655" cy="92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เตรียีมเครื องมือืทีี ใช้ค้วบคุมุพินิ, จัดัการเวลา, ประมวล ผลภาพ, และใช้โ้มเดล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96280" y="4511783"/>
            <a:ext cx="6468208" cy="119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กํําหนดหมายเลขพินิสําํหรับัควบคุมุทิิศทาง (IN) และ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ความเร็ว็ (ENA/ENB) ของมอเตอร์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77969" y="5338277"/>
            <a:ext cx="77357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34" tooltip="https://www.canva.com/design/DAG4AL2AGvI/7CID0VXNGgKv3ZGR_O2KWQ/edit"/>
              </a:rPr>
              <a:t>GPIO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38011" y="7982560"/>
            <a:ext cx="2076526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35" tooltip="https://www.canva.com/design/DAG4AUweJUM/Ny4mhqHQ1T_ZaFhh-vJupw/edit"/>
              </a:rPr>
              <a:t>Argument/AI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60993" y="7731738"/>
            <a:ext cx="14700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86050" y="8169888"/>
            <a:ext cx="35425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932666" y="8169888"/>
            <a:ext cx="1281608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ClassID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33336" y="8608038"/>
            <a:ext cx="1961902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("stop",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"go")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80084" y="807777"/>
            <a:ext cx="3812076" cy="54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4Absn8tg/l2dteVIk4M3xzrFV6FqbEw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4Absn8tg/l2dteVIk4M3xzrFV6FqbEw/edit"/>
              </a:rPr>
              <a:t>ดส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4Absn8tg/l2dteVIk4M3xzrFV6FqbEw/edit"/>
              </a:rPr>
              <a:t>ว่นควบค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ุ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7" tooltip="https://www.canva.com/design/DAG4Absn8tg/l2dteVIk4M3xzrFV6FqbEw/edit"/>
              </a:rPr>
              <a:t>มุมอเตอร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3199" y="875709"/>
            <a:ext cx="3202172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www.canva.com/design/DAG4Absn8tg/l2dteVIk4M3xzrFV6FqbEw/edit"/>
              </a:rPr>
              <a:t> ์(Motor Control)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81869" y="3776701"/>
            <a:ext cx="2529202" cy="4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9" tooltip="https://www.canva.com/design/DAG4ATQ_3lQ/o9-GekZFL7LMGyma8yGhYg/edit"/>
              </a:rPr>
              <a:t>ฟง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0" tooltip="https://www.canva.com/design/DAG4ATQ_3lQ/o9-GekZFL7LMGyma8yGhYg/edit"/>
              </a:rPr>
              <a:t>ก์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1" tooltip="https://www.canva.com/design/DAG4ATQ_3lQ/o9-GekZFL7LMGyma8yGhYg/edit"/>
              </a:rPr>
              <a:t>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2" tooltip="https://www.canva.com/design/DAG4ATQ_3lQ/o9-GekZFL7LMGyma8yGhYg/edit"/>
              </a:rPr>
              <a:t>นัตัง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3" tooltip="https://www.canva.com/design/DAG4ATQ_3lQ/o9-GekZFL7LMGyma8yGhYg/edit"/>
              </a:rPr>
              <a:t>ค่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4" tooltip="https://www.canva.com/design/DAG4ATQ_3lQ/o9-GekZFL7LMGyma8yGhYg/edit"/>
              </a:rPr>
              <a:t>าเร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5" tooltip="https://www.canva.com/design/DAG4ATQ_3lQ/o9-GekZFL7LMGyma8yGhYg/edit"/>
              </a:rPr>
              <a:t>ม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6" tooltip="https://www.canva.com/design/DAG4ATQ_3lQ/o9-GekZFL7LMGyma8yGhYg/edit"/>
              </a:rPr>
              <a:t>ต้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7" tooltip="https://www.canva.com/design/DAG4ATQ_3lQ/o9-GekZFL7LMGyma8yGhYg/edit"/>
              </a:rPr>
              <a:t>น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1869" y="6640497"/>
            <a:ext cx="2506866" cy="44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8" tooltip="https://www.canva.com/design/DAG4AR5zk5Y/KYXaftBCovQ15HKLFp7a5Q/edit"/>
              </a:rPr>
              <a:t>ฟง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9" tooltip="https://www.canva.com/design/DAG4AR5zk5Y/KYXaftBCovQ15HKLFp7a5Q/edit"/>
              </a:rPr>
              <a:t>ก์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0" tooltip="https://www.canva.com/design/DAG4AR5zk5Y/KYXaftBCovQ15HKLFp7a5Q/edit"/>
              </a:rPr>
              <a:t>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1" tooltip="https://www.canva.com/design/DAG4AR5zk5Y/KYXaftBCovQ15HKLFp7a5Q/edit"/>
              </a:rPr>
              <a:t>นัการเคลื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ื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2" tooltip="https://www.canva.com/design/DAG4AR5zk5Y/KYXaftBCovQ15HKLFp7a5Q/edit"/>
              </a:rPr>
              <a:t>อนที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ี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2729" y="8132302"/>
            <a:ext cx="3076423" cy="44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3" tooltip="https://www.canva.com/design/DAG4AZ30vl0/kqjpzaKCf74OjYFGN_moAA/edit"/>
              </a:rPr>
              <a:t>ฟง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4" tooltip="https://www.canva.com/design/DAG4AZ30vl0/kqjpzaKCf74OjYFGN_moAA/edit"/>
              </a:rPr>
              <a:t>ก์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5" tooltip="https://www.canva.com/design/DAG4AZ30vl0/kqjpzaKCf74OjYFGN_moAA/edit"/>
              </a:rPr>
              <a:t>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6" tooltip="https://www.canva.com/design/DAG4AZ30vl0/kqjpzaKCf74OjYFGN_moAA/edit"/>
              </a:rPr>
              <a:t>นัหยุ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ุ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7" tooltip="https://www.canva.com/design/DAG4AZ30vl0/kqjpzaKCf74OjYFGN_moAA/edit"/>
              </a:rPr>
              <a:t>ดและปด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8" tooltip="https://www.canva.com/design/DAG4AZ30vl0/kqjpzaKCf74OjYFGN_moAA/edit"/>
              </a:rPr>
              <a:t>ระบบ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2816" y="5208575"/>
            <a:ext cx="3943550" cy="44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9" tooltip="https://www.canva.com/design/DAG4AWcGGlo/3iD-ziB6OWV9jBaAt-lW8w/edit"/>
              </a:rPr>
              <a:t>ฟง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0" tooltip="https://www.canva.com/design/DAG4AWcGGlo/3iD-ziB6OWV9jBaAt-lW8w/edit"/>
              </a:rPr>
              <a:t>ก์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1" tooltip="https://www.canva.com/design/DAG4AWcGGlo/3iD-ziB6OWV9jBaAt-lW8w/edit"/>
              </a:rPr>
              <a:t>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2" tooltip="https://www.canva.com/design/DAG4AWcGGlo/3iD-ziB6OWV9jBaAt-lW8w/edit"/>
              </a:rPr>
              <a:t>นั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3" tooltip="https://www.canva.com/design/DAG4AWcGGlo/3iD-ziB6OWV9jBaAt-lW8w/edit"/>
              </a:rPr>
              <a:t>ควบค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ุ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4" tooltip="https://www.canva.com/design/DAG4AWcGGlo/3iD-ziB6OWV9jBaAt-lW8w/edit"/>
              </a:rPr>
              <a:t>มุ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5" tooltip="https://www.canva.com/design/DAG4AWcGGlo/3iD-ziB6OWV9jBaAt-lW8w/edit"/>
              </a:rPr>
              <a:t>มอเตอร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6" tooltip="https://www.canva.com/design/DAG4AWcGGlo/3iD-ziB6OWV9jBaAt-lW8w/edit"/>
              </a:rPr>
              <a:t>ร์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7" tooltip="https://www.canva.com/design/DAG4AWcGGlo/3iD-ziB6OWV9jBaAt-lW8w/edit"/>
              </a:rPr>
              <a:t>ะด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8" tooltip="https://www.canva.com/design/DAG4AWcGGlo/3iD-ziB6OWV9jBaAt-lW8w/edit"/>
              </a:rPr>
              <a:t>บั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9" tooltip="https://www.canva.com/design/DAG4AWcGGlo/3iD-ziB6OWV9jBaAt-lW8w/edit"/>
              </a:rPr>
              <a:t>ตํ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40" tooltip="https://www.canva.com/design/DAG4AWcGGlo/3iD-ziB6OWV9jBaAt-lW8w/edit"/>
              </a:rPr>
              <a:t>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47941" y="2300307"/>
            <a:ext cx="1357379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87063" y="3535404"/>
            <a:ext cx="1484624" cy="4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ตัง ัค่่าโหมด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48577" y="3535404"/>
            <a:ext cx="3874265" cy="4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กํําหนดพินิเปน เอาต์์พุุต เริม ต้้น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6589" y="3960343"/>
            <a:ext cx="3924776" cy="5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และลงทะเบียีนฟง ก์์ชันัปด ระบบ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2940" y="5049879"/>
            <a:ext cx="194085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ควบคุมุทิิศทาง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16627" y="5049879"/>
            <a:ext cx="480527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บน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95297" y="5049879"/>
            <a:ext cx="475021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03564" y="5488029"/>
            <a:ext cx="118446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ความเร็ว็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91712" y="5488029"/>
            <a:ext cx="623316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ของ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98646" y="5488029"/>
            <a:ext cx="1868329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ของมอเตอร์ ์A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84662" y="5926179"/>
            <a:ext cx="561470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14480" y="5926179"/>
            <a:ext cx="953595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แยกกััน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90492" y="6300330"/>
            <a:ext cx="3553377" cy="6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คํําสัง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การเคลืื อนทีี ทีี เรียี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กใช้ฟ้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74185" y="6300330"/>
            <a:ext cx="2738695" cy="5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ง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ก์์ชันั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ควบคุมุ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มอเตอร์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1533" y="7052805"/>
            <a:ext cx="6702314" cy="241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ระดับัตํํ า เพื อให้ร้ถ เดินิหน้า้, ถอยหลััง, หรือื เลีี ยวแบบ</a:t>
            </a:r>
          </a:p>
          <a:p>
            <a:pPr algn="ctr">
              <a:lnSpc>
                <a:spcPts val="5261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Pivot (หมุุนอยูู่กั่ับทีี 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สัง หยุุดมอเตอร์ ์(Brake/ปล่่อยไหล) และรับัประกัันว่า่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พินิ GPIO ทัง ัหมดจะถูกูปล่่อย (GPIO.cleanup())</a:t>
            </a:r>
          </a:p>
          <a:p>
            <a:pPr algn="ctr">
              <a:lnSpc>
                <a:spcPts val="565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เมื อ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โปรแกรมสิน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สุดุ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42578" y="3563455"/>
            <a:ext cx="1044912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GPIO,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662453" y="3563455"/>
            <a:ext cx="6411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59636" y="4001605"/>
            <a:ext cx="78231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64946" y="4439755"/>
            <a:ext cx="3064116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(_safe_shutdown)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75731" y="4820755"/>
            <a:ext cx="1998516" cy="73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(HIGH/LOW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87724" y="4820755"/>
            <a:ext cx="1247280" cy="73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IN1-IN4)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64795" y="5735155"/>
            <a:ext cx="2086261" cy="2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(DutyCycle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002807" y="5735155"/>
            <a:ext cx="929316" cy="2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PWM)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35121" y="5754205"/>
            <a:ext cx="198501" cy="67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58320" y="808149"/>
            <a:ext cx="3776320" cy="60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4AcIcmeQ/MsMO5usDiZHfBp8BvLmn9Q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4AcIcmeQ/MsMO5usDiZHfBp8BvLmn9Q/edit"/>
              </a:rPr>
              <a:t>ดส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4AcIcmeQ/MsMO5usDiZHfBp8BvLmn9Q/edit"/>
              </a:rPr>
              <a:t>ว่นการประมวลผล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60583" y="875709"/>
            <a:ext cx="3890153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canva.com/design/DAG4AcIcmeQ/MsMO5usDiZHfBp8BvLmn9Q/edit"/>
              </a:rPr>
              <a:t>AI (YOLO Inference)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4367" y="6640497"/>
            <a:ext cx="898874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8" tooltip="https://www.canva.com/design/DAG4ARfZ9Po/c7IyeXiOIflM4q_Lpy-qEQ/edit"/>
              </a:rPr>
              <a:t>การทํ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9" tooltip="https://www.canva.com/design/DAG4ARfZ9Po/c7IyeXiOIflM4q_Lpy-qEQ/edit"/>
              </a:rPr>
              <a:t>า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25843" y="3776701"/>
            <a:ext cx="1157916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0" tooltip="https://www.canva.com/design/DAG4AYKVfaQ/sEBAoQiT9ndy67P-0tBifw/edit"/>
              </a:rPr>
              <a:t>การโหลด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68283" y="8072428"/>
            <a:ext cx="2486463" cy="44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1" tooltip="https://www.canva.com/design/DAG4AYujBYc/T5fxSxKFCXLfhLQOeAioYQ/edit"/>
              </a:rPr>
              <a:t>ตรรกะการเลื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ื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2" tooltip="https://www.canva.com/design/DAG4AYujBYc/T5fxSxKFCXLfhLQOeAioYQ/edit"/>
              </a:rPr>
              <a:t>อกปา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3" tooltip="https://www.canva.com/design/DAG4AYujBYc/T5fxSxKFCXLfhLQOeAioYQ/edit"/>
              </a:rPr>
              <a:t>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4367" y="5208575"/>
            <a:ext cx="2626014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4" tooltip="https://www.canva.com/design/DAG4AX0wJZI/kj3mMudq_cI3bPNLR2fonA/edit"/>
              </a:rPr>
              <a:t>การร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5" tooltip="https://www.canva.com/design/DAG4AX0wJZI/kj3mMudq_cI3bPNLR2fonA/edit"/>
              </a:rPr>
              <a:t>บัภาพจากกล้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6" tooltip="https://www.canva.com/design/DAG4AX0wJZI/kj3mMudq_cI3bPNLR2fonA/edit"/>
              </a:rPr>
              <a:t>อง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99720" y="3763489"/>
            <a:ext cx="861641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7" tooltip="https://www.canva.com/design/DAG4AYKVfaQ/sEBAoQiT9ndy67P-0tBifw/edit"/>
              </a:rPr>
              <a:t> โมเดล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55816" y="3776701"/>
            <a:ext cx="2033788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โหลดไฟล์์โมเดล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3527" y="6640497"/>
            <a:ext cx="2056124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ส่ง่ภาพให้โ้มเดล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7941" y="2300307"/>
            <a:ext cx="1357379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80901" y="6627285"/>
            <a:ext cx="3273933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ทํําการตรวจจับัปา ยจราจร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98353" y="5208575"/>
            <a:ext cx="5834539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เปด กล้้องและอ่่านเฟรมภาพทีีละเฟรมในลูปูหลััก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5530" y="8072428"/>
            <a:ext cx="7476849" cy="92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ดึงึค่่าความเชื อมัน ทัง ัหมดทีี ตรวจพบ แล้้วเลืือก ปา ยทีี มีคีวาม เชื อมัน สูงูสุดุ เพื อกํําหนดเปน  action_name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41778" y="3763489"/>
            <a:ext cx="5425907" cy="5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และเตรียีมพร้อ้มสําํหรับัการประมวลผลจริงิ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61042" y="3814277"/>
            <a:ext cx="1569463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8" tooltip="https://www.canva.com/design/DAG4AYKVfaQ/sEBAoQiT9ndy67P-0tBifw/edit"/>
              </a:rPr>
              <a:t>/Warmup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15611" y="6678073"/>
            <a:ext cx="152024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9" tooltip="https://www.canva.com/design/DAG4ARfZ9Po/c7IyeXiOIflM4q_Lpy-qEQ/edit"/>
              </a:rPr>
              <a:t>Inference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9722" y="3814277"/>
            <a:ext cx="297894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9341" y="6678073"/>
            <a:ext cx="838010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YOLO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79535" y="807615"/>
            <a:ext cx="4265400" cy="60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4" tooltip="https://www.canva.com/design/DAG4AbxAqVE/OgXMBDcsusvLlH2He7Agsg/edit"/>
              </a:rPr>
              <a:t>โค้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้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5" tooltip="https://www.canva.com/design/DAG4AbxAqVE/OgXMBDcsusvLlH2He7Agsg/edit"/>
              </a:rPr>
              <a:t>ดส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่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6" tooltip="https://www.canva.com/design/DAG4AbxAqVE/OgXMBDcsusvLlH2He7Agsg/edit"/>
              </a:rPr>
              <a:t>ว่นล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ู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7" tooltip="https://www.canva.com/design/DAG4AbxAqVE/OgXMBDcsusvLlH2He7Agsg/edit"/>
              </a:rPr>
              <a:t>ปูการทํ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ํ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8" tooltip="https://www.canva.com/design/DAG4AbxAqVE/OgXMBDcsusvLlH2He7Agsg/edit"/>
              </a:rPr>
              <a:t>างานหลั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ั</a:t>
            </a:r>
            <a:r>
              <a:rPr lang="en-US" b="true" sz="29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  <a:hlinkClick r:id="rId9" tooltip="https://www.canva.com/design/DAG4AbxAqVE/OgXMBDcsusvLlH2He7Agsg/edit"/>
              </a:rPr>
              <a:t>ก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1286" y="875176"/>
            <a:ext cx="2393775" cy="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  <a:hlinkClick r:id="rId10" tooltip="https://www.canva.com/design/DAG4AbxAqVE/OgXMBDcsusvLlH2He7Agsg/edit"/>
              </a:rPr>
              <a:t>(Main Loop)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14257" y="4768977"/>
            <a:ext cx="142569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1" tooltip="https://www.canva.com/design/DAG4AfDoe8g/gX3zp1sbuCXruAulILsUGg/edit"/>
              </a:rPr>
              <a:t>การจ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2" tooltip="https://www.canva.com/design/DAG4AfDoe8g/gX3zp1sbuCXruAulILsUGg/edit"/>
              </a:rPr>
              <a:t>ดัการ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1403" y="2301583"/>
            <a:ext cx="112941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กลุ่มโค้้ด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8658" y="8405803"/>
            <a:ext cx="1617707" cy="44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3" tooltip="https://www.canva.com/design/DAG4AVYJq64/GRV8YcEkUQtMf37xBsi3VA/edit"/>
              </a:rPr>
              <a:t>การแสดงผล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12592" y="3698996"/>
            <a:ext cx="1446419" cy="4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4" tooltip="https://www.canva.com/design/DAG4AVMJjks/X1Wlxs2k76NfHuPQXbpczw/edit"/>
              </a:rPr>
              <a:t>ล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ู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5" tooltip="https://www.canva.com/design/DAG4AVMJjks/X1Wlxs2k76NfHuPQXbpczw/edit"/>
              </a:rPr>
              <a:t>ปู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6" tooltip="https://www.canva.com/design/DAG4AVMJjks/X1Wlxs2k76NfHuPQXbpczw/edit"/>
              </a:rPr>
              <a:t>ไม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7" tooltip="https://www.canva.com/design/DAG4AVMJjks/X1Wlxs2k76NfHuPQXbpczw/edit"/>
              </a:rPr>
              <a:t>ส่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8" tooltip="https://www.canva.com/design/DAG4AVMJjks/X1Wlxs2k76NfHuPQXbpczw/edit"/>
              </a:rPr>
              <a:t>น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9" tooltip="https://www.canva.com/design/DAG4AVMJjks/X1Wlxs2k76NfHuPQXbpczw/edit"/>
              </a:rPr>
              <a:t>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ุ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0" tooltip="https://www.canva.com/design/DAG4AVMJjks/X1Wlxs2k76NfHuPQXbpczw/edit"/>
              </a:rPr>
              <a:t>ดุ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8960" y="6015028"/>
            <a:ext cx="2433028" cy="4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1" tooltip="https://www.canva.com/design/DAG4AYxfFLM/8sYOnyKt6elxN5qvOy6dzg/edit"/>
              </a:rPr>
              <a:t>การปอ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2" tooltip="https://www.canva.com/design/DAG4AYxfFLM/8sYOnyKt6elxN5qvOy6dzg/edit"/>
              </a:rPr>
              <a:t>งกั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3" tooltip="https://www.canva.com/design/DAG4AYxfFLM/8sYOnyKt6elxN5qvOy6dzg/edit"/>
              </a:rPr>
              <a:t>นคํ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4" tooltip="https://www.canva.com/design/DAG4AYxfFLM/8sYOnyKt6elxN5qvOy6dzg/edit"/>
              </a:rPr>
              <a:t>าส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5" tooltip="https://www.canva.com/design/DAG4AYxfFLM/8sYOnyKt6elxN5qvOy6dzg/edit"/>
              </a:rPr>
              <a:t>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6" tooltip="https://www.canva.com/design/DAG4AYxfFLM/8sYOnyKt6elxN5qvOy6dzg/edit"/>
              </a:rPr>
              <a:t>ซ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7" tooltip="https://www.canva.com/design/DAG4AYxfFLM/8sYOnyKt6elxN5qvOy6dzg/edit"/>
              </a:rPr>
              <a:t>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87559" y="7278672"/>
            <a:ext cx="2925537" cy="4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8" tooltip="https://www.canva.com/design/DAG4AYujVCU/5PGTOuhhwoXCwqQk8iw1rQ/edit"/>
              </a:rPr>
              <a:t>การส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29" tooltip="https://www.canva.com/design/DAG4AYujVCU/5PGTOuhhwoXCwqQk8iw1rQ/edit"/>
              </a:rPr>
              <a:t>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0" tooltip="https://www.canva.com/design/DAG4AYujVCU/5PGTOuhhwoXCwqQk8iw1rQ/edit"/>
              </a:rPr>
              <a:t>มอเตอร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์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1" tooltip="https://www.canva.com/design/DAG4AYujVCU/5PGTOuhhwoXCwqQk8iw1rQ/edit"/>
              </a:rPr>
              <a:t>ต์ามปา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32" tooltip="https://www.canva.com/design/DAG4AYujVCU/5PGTOuhhwoXCwqQk8iw1rQ/edit"/>
              </a:rPr>
              <a:t>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47941" y="2300307"/>
            <a:ext cx="1357379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หน้า้ทีี หลััก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1182" y="3453994"/>
            <a:ext cx="4555531" cy="92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ทํําซ ํา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ขน 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ตอนทัง 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หมดของการรับั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ภาพ, ประมวลผล, และสัง การมอเตอร์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5974" y="4419190"/>
            <a:ext cx="7657529" cy="119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ตรวจสอบว่า่ควรข้า้มการประมวลผล AI ในเฟรมป จจุุบันัหรือืไม่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(เพื อลดภาระ CPU)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7900" y="5748328"/>
            <a:ext cx="8189528" cy="75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ตรวจสอบว่า่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คํําสัง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ล่่าสุดุ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ซ ํา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กัับคํําสัง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 จจุุบันั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หรือื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ไม่ 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ถ้้าซ ํา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และยังั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ไม่พ่้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39607" y="5748328"/>
            <a:ext cx="7555392" cy="377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เวลาหน่ว่ง (COMMAND_HOLD) จะคงสถานะคํําสัง เดิมิไว้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สัง การเคลืื อนทีี จริงิตาม action_name ทีี ได้จ้าก AI (เช่น่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ถ้้าเปน  "left" ให้เ้ลีี ยวสัน ๆ แล้้วกลัับมาเดินิหน้า้ต่่อ)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แสดงภาพจากกล้้อง พร้อ้ม Bounding Box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และคํําสัง ป จจุุบันั (ถ้้าเปด โหมด --show)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64932" y="5748328"/>
            <a:ext cx="198501" cy="71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น้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1994" y="4806553"/>
            <a:ext cx="1778965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33" tooltip="https://www.canva.com/design/DAG4AfDoe8g/gX3zp1sbuCXruAulILsUGg/edit"/>
              </a:rPr>
              <a:t>Skip Frame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08138"/>
            <a:ext cx="2204152" cy="132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ส่ว่นทีี 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9599" y="4442003"/>
            <a:ext cx="536381" cy="122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07948" y="5867829"/>
            <a:ext cx="329746" cy="92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3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04044" y="6839683"/>
            <a:ext cx="329746" cy="92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3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07948" y="3015758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4594" y="2942149"/>
            <a:ext cx="2043217" cy="110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การทํํา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58310" y="4672365"/>
            <a:ext cx="12357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41323" y="5669499"/>
            <a:ext cx="3701729" cy="138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เปรียีบเทีียบ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67749" y="2958094"/>
            <a:ext cx="3013539" cy="197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9"/>
              </a:lnSpc>
            </a:pPr>
            <a:r>
              <a:rPr lang="en-US" b="true" sz="5499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Autorun</a:t>
            </a:r>
          </a:p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Python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7032" y="4024665"/>
            <a:ext cx="12357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0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70472" y="6059710"/>
            <a:ext cx="1958454" cy="102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code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0430" y="3997204"/>
            <a:ext cx="2577132" cy="82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b="true" sz="4500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เตรียีมไฟล์์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40430" y="4799590"/>
            <a:ext cx="1344235" cy="8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b="true" sz="4500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ตัั งค่่า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79468" y="4747231"/>
            <a:ext cx="6496174" cy="99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86B4C4"/>
                </a:solidFill>
                <a:latin typeface="Poppins Bold"/>
                <a:ea typeface="Poppins Bold"/>
                <a:cs typeface="Poppins Bold"/>
                <a:sym typeface="Poppins Bold"/>
              </a:rPr>
              <a:t>Autorunด้้วยsystemd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01632" y="498967"/>
            <a:ext cx="1117082" cy="59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การทํํา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6807" y="566033"/>
            <a:ext cx="1611078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Autorun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07953" y="2301583"/>
            <a:ext cx="1013822" cy="45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ขน ั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ตอน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1281" y="5841940"/>
            <a:ext cx="4373232" cy="134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ตัั งค่่าสิทิธิใ ห้้ไฟล์์รันัได้้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เปน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การบอกระบบว่า่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ไฟล์์นีเ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ปน </a:t>
            </a:r>
            <a:r>
              <a:rPr lang="en-US" sz="24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ไฟล์์ทีี  สามารถเรียีกใช้ง้านได้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1340" y="3465633"/>
            <a:ext cx="5270811" cy="181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b="true" sz="2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เพิม  Shebang </a:t>
            </a:r>
          </a:p>
          <a:p>
            <a:pPr algn="ctr">
              <a:lnSpc>
                <a:spcPts val="335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การเพิม บรรทััดพิเิศษทีี อยูู่บ่นสุดุของไฟล์์ เพื อบอกระบบปฏิิบัติัิการว่า่ควรใช้โ้ปรแกรม</a:t>
            </a:r>
          </a:p>
          <a:p>
            <a:pPr algn="ctr">
              <a:lnSpc>
                <a:spcPts val="400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แปลภาษาตััวใดในการรันัไฟล์์นน ั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71648" y="2300307"/>
            <a:ext cx="696820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วิธิีทํีํา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9719" y="5850388"/>
            <a:ext cx="7411441" cy="13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ใช้คํ้ําสัง เปลีี ยนโหมด chmod เพื อเพิม สิทิธิแ ละ +x เปน การ เพิม ไฟล์์ทีี จะทํํา Autorun ตามด้ว้ย พาธของไฟล์์ทีี จะทํํา ทัง ัหมดทํําใน Terminal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1102" y="3708521"/>
            <a:ext cx="7663682" cy="135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4" tooltip="https://www.canva.com/design/DAG4TVql6Mc/5cRv-kHeKqbvKWgbWaqAYg/edit"/>
              </a:rPr>
              <a:t>เข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5" tooltip="https://www.canva.com/design/DAG4TVql6Mc/5cRv-kHeKqbvKWgbWaqAYg/edit"/>
              </a:rPr>
              <a:t>า้ Terminal ใช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6" tooltip="https://www.canva.com/design/DAG4TVql6Mc/5cRv-kHeKqbvKWgbWaqAYg/edit"/>
              </a:rPr>
              <a:t>คํ้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ํ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7" tooltip="https://www.canva.com/design/DAG4TVql6Mc/5cRv-kHeKqbvKWgbWaqAYg/edit"/>
              </a:rPr>
              <a:t>าส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ั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8" tooltip="https://www.canva.com/design/DAG4TVql6Mc/5cRv-kHeKqbvKWgbWaqAYg/edit"/>
              </a:rPr>
              <a:t>ง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9" tooltip="https://www.canva.com/design/DAG4TVql6Mc/5cRv-kHeKqbvKWgbWaqAYg/edit"/>
              </a:rPr>
              <a:t> na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no เพื อเปด ไฟล์์ใส่คํ่ําสัง </a:t>
            </a:r>
          </a:p>
          <a:p>
            <a:pPr algn="ctr">
              <a:lnSpc>
                <a:spcPts val="3354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0" tooltip="https://www.canva.com/design/DAG4TVql6Mc/5cRv-kHeKqbvKWgbWaqAYg/edit"/>
              </a:rPr>
              <a:t>#!/usr/bin/env python3 </a:t>
            </a: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เพิม บนบรรทััดแรกสุดุของ</a:t>
            </a:r>
          </a:p>
          <a:p>
            <a:pPr algn="ctr">
              <a:lnSpc>
                <a:spcPts val="335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โค้้ดรถเดินิเดินิตามปา ยหรือืโค้้ดทีี จะทํํา Autorun แล้้วกดออก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0688" y="1011917"/>
            <a:ext cx="2281418" cy="7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1 เตรียีมไฟล์์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01632" y="498967"/>
            <a:ext cx="1117082" cy="59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การทํํา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6807" y="566033"/>
            <a:ext cx="1611078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Autorun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04496" y="4717647"/>
            <a:ext cx="735025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สร้า้ง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9923" y="6111469"/>
            <a:ext cx="1520238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4" tooltip="https://www.canva.com/design/DAG4Tq5KS2Y/TMXyu5dFLlbAzbMGA78qXw/edit"/>
              </a:rPr>
              <a:t>ใส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่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5" tooltip="https://www.canva.com/design/DAG4Tq5KS2Y/TMXyu5dFLlbAzbMGA78qXw/edit"/>
              </a:rPr>
              <a:t>เ่น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ื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6" tooltip="https://www.canva.com/design/DAG4Tq5KS2Y/TMXyu5dFLlbAzbMGA78qXw/edit"/>
              </a:rPr>
              <a:t>อหาลง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4975" y="7416556"/>
            <a:ext cx="2269512" cy="4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7" tooltip="https://www.canva.com/design/DAG4TgTkOrg/-KXnmWuICYPIcErKWwj4CQ/edit"/>
              </a:rPr>
              <a:t>เปด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8" tooltip="https://www.canva.com/design/DAG4TgTkOrg/-KXnmWuICYPIcErKWwj4CQ/edit"/>
              </a:rPr>
              <a:t>ใช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้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9" tooltip="https://www.canva.com/design/DAG4TgTkOrg/-KXnmWuICYPIcErKWwj4CQ/edit"/>
              </a:rPr>
              <a:t>ง้านและเร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ิ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0" tooltip="https://www.canva.com/design/DAG4TgTkOrg/-KXnmWuICYPIcErKWwj4CQ/edit"/>
              </a:rPr>
              <a:t>ม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 </a:t>
            </a: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  <a:hlinkClick r:id="rId11" tooltip="https://www.canva.com/design/DAG4TgTkOrg/-KXnmWuICYPIcErKWwj4CQ/edit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0121" y="3427085"/>
            <a:ext cx="1013822" cy="45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ขน ั</a:t>
            </a:r>
            <a:r>
              <a:rPr lang="en-US" b="true" sz="2499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</a:t>
            </a: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ตอน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4342" y="8724652"/>
            <a:ext cx="4752727" cy="92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ตรวจสอบสถานะ และ รีบูีูตเพื อทดสอบ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Autorun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21301" y="3425809"/>
            <a:ext cx="696820" cy="44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วิธิีทํีํา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0599" y="4438240"/>
            <a:ext cx="7501128" cy="139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สร้า้งไฟล์์ sudo nano ตัง ัค่่า ชื อ yolo-motor.service</a:t>
            </a:r>
          </a:p>
          <a:p>
            <a:pPr algn="ctr">
              <a:lnSpc>
                <a:spcPts val="340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ขึ นมา ไฟล์์นีจ ะอยูู่ใ่นไดเรกทอรี ี/etc/systemd/system/ ซึ งเปน ทีี เก็็บไฟล์์ Service ของระบบ systemd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6004" y="5813022"/>
            <a:ext cx="8337509" cy="252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เพิม ชุุดคํําสัง และคํําอธิบิายในรูปูแบบข้อ้ความ ทีี ใช้ส้ําํหรับั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กํําหนดวิธิีกีารทํํางานของโปรแกรมให้แ้ก่่ระบบจัดัการ Service</a:t>
            </a:r>
          </a:p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ใส่ ่3 คํําสัง  1 โหลด Service ใหม่ ่2 เปด ใช้ง้านให้ร้ันัอััตโนมัติัิเมื อบููต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3 เริม  Service ทัันทีี เพื อทดสอบ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3400" y="8296027"/>
            <a:ext cx="8144837" cy="163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ตรวจสอบว่า่ทํํางานถูกูต้้องหรือืไม่ด่้ว้ยคํําสัง  sudo systemctl</a:t>
            </a:r>
          </a:p>
          <a:p>
            <a:pPr algn="ctr">
              <a:lnSpc>
                <a:spcPts val="124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status yolo-motor.service ถ้้าเห็น็สถานะ Active: active</a:t>
            </a:r>
          </a:p>
          <a:p>
            <a:pPr algn="ctr">
              <a:lnSpc>
                <a:spcPts val="5934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(running) แสดงว่า่สําํเร็จ็ ทํําการรีบูีูตด้ว้ยคํําสัง  sudo reboot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34170" y="1095146"/>
            <a:ext cx="354930" cy="6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2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6923" y="1095146"/>
            <a:ext cx="2109607" cy="6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Autorun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1746" y="1095146"/>
            <a:ext cx="2235679" cy="6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systemd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82138" y="1032196"/>
            <a:ext cx="1045302" cy="6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ตัั งค่่า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5162" y="1032196"/>
            <a:ext cx="802338" cy="62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ด้้วย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58152" y="1959178"/>
            <a:ext cx="14270479" cy="8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honburi"/>
                <a:ea typeface="Chonburi"/>
                <a:cs typeface="Chonburi"/>
                <a:sym typeface="Chonburi"/>
              </a:rPr>
              <a:t>ระบบจััดการดููแลให้้โปรแกรมเริิม ต้้นทํํางานอย่่างถููกต้้องในลํําดัับเวลาทีีเ หมาะสม และดููแลให้้ ทํํางานต่่อไปเรืือ ย ๆ หากเกิิดข้้อผิิดพลาด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25110" y="4755223"/>
            <a:ext cx="177993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Service File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70347" y="6149045"/>
            <a:ext cx="1779937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2" tooltip="https://www.canva.com/design/DAG4Tq5KS2Y/TMXyu5dFLlbAzbMGA78qXw/edit"/>
              </a:rPr>
              <a:t>Service File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59986" y="7454132"/>
            <a:ext cx="1170222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  <a:hlinkClick r:id="rId13" tooltip="https://www.canva.com/design/DAG4TgTkOrg/-KXnmWuICYPIcErKWwj4CQ/edit"/>
              </a:rPr>
              <a:t>Service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06" y="322831"/>
            <a:ext cx="18021700" cy="10027672"/>
          </a:xfrm>
          <a:custGeom>
            <a:avLst/>
            <a:gdLst/>
            <a:ahLst/>
            <a:cxnLst/>
            <a:rect r="r" b="b" t="t" l="l"/>
            <a:pathLst>
              <a:path h="10027672" w="18021700">
                <a:moveTo>
                  <a:pt x="0" y="0"/>
                </a:moveTo>
                <a:lnTo>
                  <a:pt x="18021700" y="0"/>
                </a:lnTo>
                <a:lnTo>
                  <a:pt x="18021700" y="10027672"/>
                </a:lnTo>
                <a:lnTo>
                  <a:pt x="0" y="100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2261" y="2345188"/>
            <a:ext cx="2903839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Webcam camera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88397" y="2345188"/>
            <a:ext cx="1682791" cy="46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Pi camera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76846" y="765305"/>
            <a:ext cx="2358466" cy="69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เปรียีบเทีียบ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9059" y="830037"/>
            <a:ext cx="1246156" cy="6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code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2486" y="7068683"/>
            <a:ext cx="5732869" cy="132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ไม่ม่ีตีรรกะอะไรเลย เจอปา ยไหนเลีี ยวทัันทีี จึงึมี ข้อ้ดีคืีือทํํางานไวแต่่ข้อ้เสียีคืือผิดิพลาดเยอะ มาก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731" y="4201154"/>
            <a:ext cx="6112688" cy="179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7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ใช้ไ้ด้กั้ับกล้้องทััว ไป หาซื อง่่ายติิดตัง ัง่่าย เพราะ cv2 เปน ไลบรารีมีาตรฐาน แต่่มี ีความหน่่วงสูงู มี การดึงึ CPU มาใช้ใ้นการสตรีมีรับัภาพ จึงึทํําให้ร้ันั YOLO ได้ไ้ม่เ่ต็็มทีี 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54457" y="4106847"/>
            <a:ext cx="5121859" cy="227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เปน ไลบรารี ีofficial ของ Raspberry</a:t>
            </a:r>
          </a:p>
          <a:p>
            <a:pPr algn="ctr">
              <a:lnSpc>
                <a:spcPts val="3522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Pi สําํหรับักล้้องรุ่น่ใหม่ ่ประสิทิธิภิาพสูงู กว่า่และมีคีวามหน่ว่ง (Latency) ตํํ ากว่า่ Webcam เยอะมาก ติิดตัง ัยากและต้้อง</a:t>
            </a:r>
          </a:p>
          <a:p>
            <a:pPr algn="ctr">
              <a:lnSpc>
                <a:spcPts val="288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ใช้ไ้ลบรารีเีฉพาะของ Picamera2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22076" y="7068683"/>
            <a:ext cx="5595899" cy="136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8D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มีตีรรกะพิเิศษในการแยกแยะปา ย โดยเฉพาะ ปา ยทีี คล้้ายกัันเช่น่ ปา ยเลีี ยวขวาและเลีี ยวซ้า้ย ทํําให้ทํ้ํางานช้า้ลง แต่่แม่น่ยําํมากกว่า่ 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52049"/>
            <a:ext cx="6522720" cy="1457725"/>
          </a:xfrm>
          <a:custGeom>
            <a:avLst/>
            <a:gdLst/>
            <a:ahLst/>
            <a:cxnLst/>
            <a:rect r="r" b="b" t="t" l="l"/>
            <a:pathLst>
              <a:path h="1457725" w="6522720">
                <a:moveTo>
                  <a:pt x="0" y="0"/>
                </a:moveTo>
                <a:lnTo>
                  <a:pt x="6522720" y="0"/>
                </a:lnTo>
                <a:lnTo>
                  <a:pt x="6522720" y="1457725"/>
                </a:lnTo>
                <a:lnTo>
                  <a:pt x="0" y="1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73368"/>
            <a:ext cx="5141976" cy="3913632"/>
          </a:xfrm>
          <a:custGeom>
            <a:avLst/>
            <a:gdLst/>
            <a:ahLst/>
            <a:cxnLst/>
            <a:rect r="r" b="b" t="t" l="l"/>
            <a:pathLst>
              <a:path h="3913632" w="5141976">
                <a:moveTo>
                  <a:pt x="0" y="0"/>
                </a:moveTo>
                <a:lnTo>
                  <a:pt x="5141976" y="0"/>
                </a:lnTo>
                <a:lnTo>
                  <a:pt x="5141976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9333" y="4982508"/>
            <a:ext cx="914067" cy="393630"/>
          </a:xfrm>
          <a:custGeom>
            <a:avLst/>
            <a:gdLst/>
            <a:ahLst/>
            <a:cxnLst/>
            <a:rect r="r" b="b" t="t" l="l"/>
            <a:pathLst>
              <a:path h="393630" w="914067">
                <a:moveTo>
                  <a:pt x="0" y="0"/>
                </a:moveTo>
                <a:lnTo>
                  <a:pt x="914067" y="0"/>
                </a:lnTo>
                <a:lnTo>
                  <a:pt x="914067" y="393631"/>
                </a:lnTo>
                <a:lnTo>
                  <a:pt x="0" y="393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7844" y="965197"/>
            <a:ext cx="10022986" cy="8902341"/>
          </a:xfrm>
          <a:custGeom>
            <a:avLst/>
            <a:gdLst/>
            <a:ahLst/>
            <a:cxnLst/>
            <a:rect r="r" b="b" t="t" l="l"/>
            <a:pathLst>
              <a:path h="8902341" w="10022986">
                <a:moveTo>
                  <a:pt x="0" y="0"/>
                </a:moveTo>
                <a:lnTo>
                  <a:pt x="10022986" y="0"/>
                </a:lnTo>
                <a:lnTo>
                  <a:pt x="10022986" y="8902341"/>
                </a:lnTo>
                <a:lnTo>
                  <a:pt x="0" y="890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08138"/>
            <a:ext cx="2204152" cy="132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ส่ว่นทีี 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9599" y="4442003"/>
            <a:ext cx="450494" cy="122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7954" y="4801524"/>
            <a:ext cx="329746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91867" y="2204371"/>
            <a:ext cx="311829" cy="8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b="true" sz="45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48526" y="2130771"/>
            <a:ext cx="4400655" cy="110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ผลการทดสอบ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41927" y="3364735"/>
            <a:ext cx="7922600" cy="480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5"/>
              </a:lnSpc>
            </a:pPr>
            <a:r>
              <a:rPr lang="en-US" b="true" sz="4500">
                <a:solidFill>
                  <a:srgbClr val="86B4C4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ผลการทดสอบสัง งานมอเตอร์ โดยตรง ผลการทดสอบการตอบสนองของ รถต่่อปา ยจราจร ผลการทดสอบสถานการณ์ก์าร เคลืื อนทีี โดยรวม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257288"/>
            <a:ext cx="2453640" cy="3029712"/>
          </a:xfrm>
          <a:custGeom>
            <a:avLst/>
            <a:gdLst/>
            <a:ahLst/>
            <a:cxnLst/>
            <a:rect r="r" b="b" t="t" l="l"/>
            <a:pathLst>
              <a:path h="3029712" w="2453640">
                <a:moveTo>
                  <a:pt x="0" y="0"/>
                </a:moveTo>
                <a:lnTo>
                  <a:pt x="2453640" y="0"/>
                </a:lnTo>
                <a:lnTo>
                  <a:pt x="2453640" y="3029712"/>
                </a:lnTo>
                <a:lnTo>
                  <a:pt x="0" y="3029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3616" y="2583323"/>
            <a:ext cx="11433400" cy="7209244"/>
          </a:xfrm>
          <a:custGeom>
            <a:avLst/>
            <a:gdLst/>
            <a:ahLst/>
            <a:cxnLst/>
            <a:rect r="r" b="b" t="t" l="l"/>
            <a:pathLst>
              <a:path h="7209244" w="11433400">
                <a:moveTo>
                  <a:pt x="0" y="0"/>
                </a:moveTo>
                <a:lnTo>
                  <a:pt x="11433401" y="0"/>
                </a:lnTo>
                <a:lnTo>
                  <a:pt x="11433401" y="7209244"/>
                </a:lnTo>
                <a:lnTo>
                  <a:pt x="0" y="72092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55952" y="0"/>
            <a:ext cx="3432048" cy="2913888"/>
          </a:xfrm>
          <a:custGeom>
            <a:avLst/>
            <a:gdLst/>
            <a:ahLst/>
            <a:cxnLst/>
            <a:rect r="r" b="b" t="t" l="l"/>
            <a:pathLst>
              <a:path h="2913888" w="3432048">
                <a:moveTo>
                  <a:pt x="0" y="0"/>
                </a:moveTo>
                <a:lnTo>
                  <a:pt x="3432048" y="0"/>
                </a:lnTo>
                <a:lnTo>
                  <a:pt x="3432048" y="2913888"/>
                </a:lnTo>
                <a:lnTo>
                  <a:pt x="0" y="29138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7145" y="2824544"/>
            <a:ext cx="10747115" cy="6726793"/>
          </a:xfrm>
          <a:custGeom>
            <a:avLst/>
            <a:gdLst/>
            <a:ahLst/>
            <a:cxnLst/>
            <a:rect r="r" b="b" t="t" l="l"/>
            <a:pathLst>
              <a:path h="6726793" w="10747115">
                <a:moveTo>
                  <a:pt x="0" y="0"/>
                </a:moveTo>
                <a:lnTo>
                  <a:pt x="10747114" y="0"/>
                </a:lnTo>
                <a:lnTo>
                  <a:pt x="10747114" y="6726793"/>
                </a:lnTo>
                <a:lnTo>
                  <a:pt x="0" y="67267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27" t="0" r="-389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3503" y="1485367"/>
            <a:ext cx="8935507" cy="155572"/>
          </a:xfrm>
          <a:custGeom>
            <a:avLst/>
            <a:gdLst/>
            <a:ahLst/>
            <a:cxnLst/>
            <a:rect r="r" b="b" t="t" l="l"/>
            <a:pathLst>
              <a:path h="155572" w="8935507">
                <a:moveTo>
                  <a:pt x="0" y="0"/>
                </a:moveTo>
                <a:lnTo>
                  <a:pt x="8935507" y="0"/>
                </a:lnTo>
                <a:lnTo>
                  <a:pt x="8935507" y="155571"/>
                </a:lnTo>
                <a:lnTo>
                  <a:pt x="0" y="1555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5356" y="819293"/>
            <a:ext cx="3589182" cy="92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41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Unit test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589" y="1471679"/>
            <a:ext cx="7612580" cy="75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ผลการทดสอบสัง งานมอเตอร์โ์ดยตรง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257288"/>
            <a:ext cx="2453640" cy="3029712"/>
          </a:xfrm>
          <a:custGeom>
            <a:avLst/>
            <a:gdLst/>
            <a:ahLst/>
            <a:cxnLst/>
            <a:rect r="r" b="b" t="t" l="l"/>
            <a:pathLst>
              <a:path h="3029712" w="2453640">
                <a:moveTo>
                  <a:pt x="0" y="0"/>
                </a:moveTo>
                <a:lnTo>
                  <a:pt x="2453640" y="0"/>
                </a:lnTo>
                <a:lnTo>
                  <a:pt x="2453640" y="3029712"/>
                </a:lnTo>
                <a:lnTo>
                  <a:pt x="0" y="3029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34573"/>
            <a:ext cx="10602144" cy="28575"/>
          </a:xfrm>
          <a:custGeom>
            <a:avLst/>
            <a:gdLst/>
            <a:ahLst/>
            <a:cxnLst/>
            <a:rect r="r" b="b" t="t" l="l"/>
            <a:pathLst>
              <a:path h="28575" w="10602144">
                <a:moveTo>
                  <a:pt x="0" y="0"/>
                </a:moveTo>
                <a:lnTo>
                  <a:pt x="10602144" y="0"/>
                </a:lnTo>
                <a:lnTo>
                  <a:pt x="10602144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8312" y="2583323"/>
            <a:ext cx="9862528" cy="7344299"/>
          </a:xfrm>
          <a:custGeom>
            <a:avLst/>
            <a:gdLst/>
            <a:ahLst/>
            <a:cxnLst/>
            <a:rect r="r" b="b" t="t" l="l"/>
            <a:pathLst>
              <a:path h="7344299" w="9862528">
                <a:moveTo>
                  <a:pt x="0" y="0"/>
                </a:moveTo>
                <a:lnTo>
                  <a:pt x="9862528" y="0"/>
                </a:lnTo>
                <a:lnTo>
                  <a:pt x="9862528" y="7344299"/>
                </a:lnTo>
                <a:lnTo>
                  <a:pt x="0" y="7344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55952" y="0"/>
            <a:ext cx="3432048" cy="2913888"/>
          </a:xfrm>
          <a:custGeom>
            <a:avLst/>
            <a:gdLst/>
            <a:ahLst/>
            <a:cxnLst/>
            <a:rect r="r" b="b" t="t" l="l"/>
            <a:pathLst>
              <a:path h="2913888" w="3432048">
                <a:moveTo>
                  <a:pt x="0" y="0"/>
                </a:moveTo>
                <a:lnTo>
                  <a:pt x="3432048" y="0"/>
                </a:lnTo>
                <a:lnTo>
                  <a:pt x="3432048" y="2913888"/>
                </a:lnTo>
                <a:lnTo>
                  <a:pt x="0" y="29138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22705" y="2897676"/>
            <a:ext cx="9324975" cy="6715125"/>
          </a:xfrm>
          <a:custGeom>
            <a:avLst/>
            <a:gdLst/>
            <a:ahLst/>
            <a:cxnLst/>
            <a:rect r="r" b="b" t="t" l="l"/>
            <a:pathLst>
              <a:path h="6715125" w="9324975">
                <a:moveTo>
                  <a:pt x="0" y="0"/>
                </a:moveTo>
                <a:lnTo>
                  <a:pt x="9324975" y="0"/>
                </a:lnTo>
                <a:lnTo>
                  <a:pt x="9324975" y="6715125"/>
                </a:lnTo>
                <a:lnTo>
                  <a:pt x="0" y="6715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933" r="0" b="-2882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1534573"/>
            <a:ext cx="10602144" cy="28575"/>
            <a:chOff x="0" y="0"/>
            <a:chExt cx="10602138" cy="28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2087" cy="28575"/>
            </a:xfrm>
            <a:custGeom>
              <a:avLst/>
              <a:gdLst/>
              <a:ahLst/>
              <a:cxnLst/>
              <a:rect r="r" b="b" t="t" l="l"/>
              <a:pathLst>
                <a:path h="28575" w="10602087">
                  <a:moveTo>
                    <a:pt x="0" y="28575"/>
                  </a:moveTo>
                  <a:lnTo>
                    <a:pt x="10602087" y="28575"/>
                  </a:lnTo>
                  <a:lnTo>
                    <a:pt x="106020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619051" y="805005"/>
            <a:ext cx="3589182" cy="92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41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Unit test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622" y="1471679"/>
            <a:ext cx="10000021" cy="72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ผลการทดสอบการตอบสนองของรถต่่อปา ยจราจร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257288"/>
            <a:ext cx="2453640" cy="3029712"/>
          </a:xfrm>
          <a:custGeom>
            <a:avLst/>
            <a:gdLst/>
            <a:ahLst/>
            <a:cxnLst/>
            <a:rect r="r" b="b" t="t" l="l"/>
            <a:pathLst>
              <a:path h="3029712" w="2453640">
                <a:moveTo>
                  <a:pt x="0" y="0"/>
                </a:moveTo>
                <a:lnTo>
                  <a:pt x="2453640" y="0"/>
                </a:lnTo>
                <a:lnTo>
                  <a:pt x="2453640" y="3029712"/>
                </a:lnTo>
                <a:lnTo>
                  <a:pt x="0" y="3029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34573"/>
            <a:ext cx="10602144" cy="28575"/>
          </a:xfrm>
          <a:custGeom>
            <a:avLst/>
            <a:gdLst/>
            <a:ahLst/>
            <a:cxnLst/>
            <a:rect r="r" b="b" t="t" l="l"/>
            <a:pathLst>
              <a:path h="28575" w="10602144">
                <a:moveTo>
                  <a:pt x="0" y="0"/>
                </a:moveTo>
                <a:lnTo>
                  <a:pt x="10602144" y="0"/>
                </a:lnTo>
                <a:lnTo>
                  <a:pt x="10602144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78810" y="2166404"/>
            <a:ext cx="8690886" cy="7893482"/>
          </a:xfrm>
          <a:custGeom>
            <a:avLst/>
            <a:gdLst/>
            <a:ahLst/>
            <a:cxnLst/>
            <a:rect r="r" b="b" t="t" l="l"/>
            <a:pathLst>
              <a:path h="7893482" w="8690886">
                <a:moveTo>
                  <a:pt x="0" y="0"/>
                </a:moveTo>
                <a:lnTo>
                  <a:pt x="8690886" y="0"/>
                </a:lnTo>
                <a:lnTo>
                  <a:pt x="8690886" y="7893482"/>
                </a:lnTo>
                <a:lnTo>
                  <a:pt x="0" y="7893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55952" y="0"/>
            <a:ext cx="3432048" cy="2913888"/>
          </a:xfrm>
          <a:custGeom>
            <a:avLst/>
            <a:gdLst/>
            <a:ahLst/>
            <a:cxnLst/>
            <a:rect r="r" b="b" t="t" l="l"/>
            <a:pathLst>
              <a:path h="2913888" w="3432048">
                <a:moveTo>
                  <a:pt x="0" y="0"/>
                </a:moveTo>
                <a:lnTo>
                  <a:pt x="3432048" y="0"/>
                </a:lnTo>
                <a:lnTo>
                  <a:pt x="3432048" y="2913888"/>
                </a:lnTo>
                <a:lnTo>
                  <a:pt x="0" y="29138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77787" y="2289381"/>
            <a:ext cx="8258175" cy="7505700"/>
          </a:xfrm>
          <a:custGeom>
            <a:avLst/>
            <a:gdLst/>
            <a:ahLst/>
            <a:cxnLst/>
            <a:rect r="r" b="b" t="t" l="l"/>
            <a:pathLst>
              <a:path h="7505700" w="8258175">
                <a:moveTo>
                  <a:pt x="0" y="0"/>
                </a:moveTo>
                <a:lnTo>
                  <a:pt x="8258175" y="0"/>
                </a:lnTo>
                <a:lnTo>
                  <a:pt x="8258175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503" r="0" b="-511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1534573"/>
            <a:ext cx="10602144" cy="28575"/>
            <a:chOff x="0" y="0"/>
            <a:chExt cx="10602138" cy="28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2087" cy="28575"/>
            </a:xfrm>
            <a:custGeom>
              <a:avLst/>
              <a:gdLst/>
              <a:ahLst/>
              <a:cxnLst/>
              <a:rect r="r" b="b" t="t" l="l"/>
              <a:pathLst>
                <a:path h="28575" w="10602087">
                  <a:moveTo>
                    <a:pt x="0" y="28575"/>
                  </a:moveTo>
                  <a:lnTo>
                    <a:pt x="10602087" y="28575"/>
                  </a:lnTo>
                  <a:lnTo>
                    <a:pt x="106020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619051" y="805005"/>
            <a:ext cx="5283327" cy="92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41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Systems test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954" y="1471679"/>
            <a:ext cx="9401613" cy="72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ผลการทดสอบสถานการณ์ก์ารเคลืื อนทีี โดยรวม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779264"/>
            <a:ext cx="3084576" cy="5507736"/>
          </a:xfrm>
          <a:custGeom>
            <a:avLst/>
            <a:gdLst/>
            <a:ahLst/>
            <a:cxnLst/>
            <a:rect r="r" b="b" t="t" l="l"/>
            <a:pathLst>
              <a:path h="5507736" w="3084576">
                <a:moveTo>
                  <a:pt x="0" y="0"/>
                </a:moveTo>
                <a:lnTo>
                  <a:pt x="3084576" y="0"/>
                </a:lnTo>
                <a:lnTo>
                  <a:pt x="3084576" y="5507736"/>
                </a:lnTo>
                <a:lnTo>
                  <a:pt x="0" y="5507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5413753" y="3810505"/>
            <a:ext cx="890149" cy="867470"/>
            <a:chOff x="0" y="0"/>
            <a:chExt cx="890156" cy="867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5278" y="63754"/>
              <a:ext cx="706501" cy="696595"/>
            </a:xfrm>
            <a:custGeom>
              <a:avLst/>
              <a:gdLst/>
              <a:ahLst/>
              <a:cxnLst/>
              <a:rect r="r" b="b" t="t" l="l"/>
              <a:pathLst>
                <a:path h="696595" w="706501">
                  <a:moveTo>
                    <a:pt x="0" y="0"/>
                  </a:moveTo>
                  <a:lnTo>
                    <a:pt x="209550" y="696595"/>
                  </a:lnTo>
                  <a:lnTo>
                    <a:pt x="209550" y="696595"/>
                  </a:lnTo>
                  <a:lnTo>
                    <a:pt x="706501" y="173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23469" y="308356"/>
              <a:ext cx="502666" cy="495554"/>
            </a:xfrm>
            <a:custGeom>
              <a:avLst/>
              <a:gdLst/>
              <a:ahLst/>
              <a:cxnLst/>
              <a:rect r="r" b="b" t="t" l="l"/>
              <a:pathLst>
                <a:path h="495554" w="50266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49098" y="495554"/>
                  </a:lnTo>
                  <a:lnTo>
                    <a:pt x="502666" y="123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7F7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416784" y="73152"/>
            <a:ext cx="2871216" cy="6342888"/>
          </a:xfrm>
          <a:custGeom>
            <a:avLst/>
            <a:gdLst/>
            <a:ahLst/>
            <a:cxnLst/>
            <a:rect r="r" b="b" t="t" l="l"/>
            <a:pathLst>
              <a:path h="6342888" w="2871216">
                <a:moveTo>
                  <a:pt x="0" y="0"/>
                </a:moveTo>
                <a:lnTo>
                  <a:pt x="2871216" y="0"/>
                </a:lnTo>
                <a:lnTo>
                  <a:pt x="2871216" y="6342888"/>
                </a:lnTo>
                <a:lnTo>
                  <a:pt x="0" y="6342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30550" y="4329713"/>
            <a:ext cx="5943248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b="true" sz="780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DAG5rIfJHyc</dc:identifier>
  <dcterms:modified xsi:type="dcterms:W3CDTF">2011-08-01T06:04:30Z</dcterms:modified>
  <cp:revision>1</cp:revision>
  <dc:title>Project Presentation.pdf</dc:title>
</cp:coreProperties>
</file>